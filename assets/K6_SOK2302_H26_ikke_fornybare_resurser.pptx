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6" r:id="rId5"/>
    <p:sldMasterId id="2147483662" r:id="rId6"/>
    <p:sldMasterId id="2147483668" r:id="rId7"/>
  </p:sldMasterIdLst>
  <p:notesMasterIdLst>
    <p:notesMasterId r:id="rId52"/>
  </p:notesMasterIdLst>
  <p:handoutMasterIdLst>
    <p:handoutMasterId r:id="rId53"/>
  </p:handoutMasterIdLst>
  <p:sldIdLst>
    <p:sldId id="4723" r:id="rId8"/>
    <p:sldId id="4830" r:id="rId9"/>
    <p:sldId id="4780" r:id="rId10"/>
    <p:sldId id="4811" r:id="rId11"/>
    <p:sldId id="4831" r:id="rId12"/>
    <p:sldId id="4832" r:id="rId13"/>
    <p:sldId id="4833" r:id="rId14"/>
    <p:sldId id="4834" r:id="rId15"/>
    <p:sldId id="4838" r:id="rId16"/>
    <p:sldId id="4840" r:id="rId17"/>
    <p:sldId id="4839" r:id="rId18"/>
    <p:sldId id="4841" r:id="rId19"/>
    <p:sldId id="4842" r:id="rId20"/>
    <p:sldId id="4798" r:id="rId21"/>
    <p:sldId id="4843" r:id="rId22"/>
    <p:sldId id="4844" r:id="rId23"/>
    <p:sldId id="4851" r:id="rId24"/>
    <p:sldId id="4847" r:id="rId25"/>
    <p:sldId id="4845" r:id="rId26"/>
    <p:sldId id="4848" r:id="rId27"/>
    <p:sldId id="4849" r:id="rId28"/>
    <p:sldId id="4850" r:id="rId29"/>
    <p:sldId id="4852" r:id="rId30"/>
    <p:sldId id="4854" r:id="rId31"/>
    <p:sldId id="4853" r:id="rId32"/>
    <p:sldId id="4855" r:id="rId33"/>
    <p:sldId id="4857" r:id="rId34"/>
    <p:sldId id="4856" r:id="rId35"/>
    <p:sldId id="4858" r:id="rId36"/>
    <p:sldId id="4859" r:id="rId37"/>
    <p:sldId id="4814" r:id="rId38"/>
    <p:sldId id="4816" r:id="rId39"/>
    <p:sldId id="4860" r:id="rId40"/>
    <p:sldId id="4861" r:id="rId41"/>
    <p:sldId id="4862" r:id="rId42"/>
    <p:sldId id="4863" r:id="rId43"/>
    <p:sldId id="4864" r:id="rId44"/>
    <p:sldId id="4867" r:id="rId45"/>
    <p:sldId id="4868" r:id="rId46"/>
    <p:sldId id="4869" r:id="rId47"/>
    <p:sldId id="4794" r:id="rId48"/>
    <p:sldId id="4795" r:id="rId49"/>
    <p:sldId id="4796" r:id="rId50"/>
    <p:sldId id="4870" r:id="rId51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0CCE94-B0DC-4DA6-B2D8-E3965664FD0A}" v="1" dt="2026-10-06T07:50:18.545"/>
    <p1510:client id="{F28F0782-DC5B-4EA0-B024-7C64A47C141D}" v="477" dt="2026-10-06T19:34:15.2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1450" autoAdjust="0"/>
  </p:normalViewPr>
  <p:slideViewPr>
    <p:cSldViewPr snapToGrid="0">
      <p:cViewPr varScale="1">
        <p:scale>
          <a:sx n="92" d="100"/>
          <a:sy n="92" d="100"/>
        </p:scale>
        <p:origin x="96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764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handoutMaster" Target="handoutMasters/handoutMaster1.xml"/><Relationship Id="rId58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microsoft.com/office/2015/10/relationships/revisionInfo" Target="revisionInfo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tableStyles" Target="tableStyle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rik Eriksen Heen" userId="3e804305-1c07-417a-9ea8-d913585be88f" providerId="ADAL" clId="{1A8AB375-2C17-4B69-9219-6D6459D5CFE1}"/>
    <pc:docChg chg="undo custSel addSld delSld modSld sldOrd">
      <pc:chgData name="Eirik Eriksen Heen" userId="3e804305-1c07-417a-9ea8-d913585be88f" providerId="ADAL" clId="{1A8AB375-2C17-4B69-9219-6D6459D5CFE1}" dt="2026-10-06T19:40:03.719" v="1691" actId="2696"/>
      <pc:docMkLst>
        <pc:docMk/>
      </pc:docMkLst>
      <pc:sldChg chg="delSp modSp add del mod setBg">
        <pc:chgData name="Eirik Eriksen Heen" userId="3e804305-1c07-417a-9ea8-d913585be88f" providerId="ADAL" clId="{1A8AB375-2C17-4B69-9219-6D6459D5CFE1}" dt="2026-10-06T17:48:09.485" v="1107" actId="2696"/>
        <pc:sldMkLst>
          <pc:docMk/>
          <pc:sldMk cId="3617690323" sldId="295"/>
        </pc:sldMkLst>
        <pc:spChg chg="mod">
          <ac:chgData name="Eirik Eriksen Heen" userId="3e804305-1c07-417a-9ea8-d913585be88f" providerId="ADAL" clId="{1A8AB375-2C17-4B69-9219-6D6459D5CFE1}" dt="2026-10-06T17:43:08.488" v="1062" actId="20577"/>
          <ac:spMkLst>
            <pc:docMk/>
            <pc:sldMk cId="3617690323" sldId="295"/>
            <ac:spMk id="3" creationId="{9D0B7A41-2F6A-ED43-AF1E-6EE48120F8D8}"/>
          </ac:spMkLst>
        </pc:spChg>
        <pc:spChg chg="del">
          <ac:chgData name="Eirik Eriksen Heen" userId="3e804305-1c07-417a-9ea8-d913585be88f" providerId="ADAL" clId="{1A8AB375-2C17-4B69-9219-6D6459D5CFE1}" dt="2026-10-06T17:43:13.745" v="1063" actId="478"/>
          <ac:spMkLst>
            <pc:docMk/>
            <pc:sldMk cId="3617690323" sldId="295"/>
            <ac:spMk id="21" creationId="{98658114-57DE-0101-7F27-4196D01F627F}"/>
          </ac:spMkLst>
        </pc:spChg>
        <pc:spChg chg="mod">
          <ac:chgData name="Eirik Eriksen Heen" userId="3e804305-1c07-417a-9ea8-d913585be88f" providerId="ADAL" clId="{1A8AB375-2C17-4B69-9219-6D6459D5CFE1}" dt="2026-10-06T17:42:45.658" v="1054" actId="14100"/>
          <ac:spMkLst>
            <pc:docMk/>
            <pc:sldMk cId="3617690323" sldId="295"/>
            <ac:spMk id="46" creationId="{110EFE95-3304-1551-AC4F-4458FC9B9982}"/>
          </ac:spMkLst>
        </pc:spChg>
        <pc:spChg chg="mod">
          <ac:chgData name="Eirik Eriksen Heen" userId="3e804305-1c07-417a-9ea8-d913585be88f" providerId="ADAL" clId="{1A8AB375-2C17-4B69-9219-6D6459D5CFE1}" dt="2026-10-06T17:42:52.367" v="1060" actId="1076"/>
          <ac:spMkLst>
            <pc:docMk/>
            <pc:sldMk cId="3617690323" sldId="295"/>
            <ac:spMk id="47" creationId="{F2CD6985-4489-30AA-271F-AB25F24D51CE}"/>
          </ac:spMkLst>
        </pc:spChg>
      </pc:sldChg>
      <pc:sldChg chg="delSp mod">
        <pc:chgData name="Eirik Eriksen Heen" userId="3e804305-1c07-417a-9ea8-d913585be88f" providerId="ADAL" clId="{1A8AB375-2C17-4B69-9219-6D6459D5CFE1}" dt="2026-10-06T13:45:53.647" v="2" actId="478"/>
        <pc:sldMkLst>
          <pc:docMk/>
          <pc:sldMk cId="1407515244" sldId="4723"/>
        </pc:sldMkLst>
        <pc:spChg chg="del">
          <ac:chgData name="Eirik Eriksen Heen" userId="3e804305-1c07-417a-9ea8-d913585be88f" providerId="ADAL" clId="{1A8AB375-2C17-4B69-9219-6D6459D5CFE1}" dt="2026-10-06T13:45:53.647" v="2" actId="478"/>
          <ac:spMkLst>
            <pc:docMk/>
            <pc:sldMk cId="1407515244" sldId="4723"/>
            <ac:spMk id="6" creationId="{F9D3FA44-BCDF-9806-C548-712990BD01B2}"/>
          </ac:spMkLst>
        </pc:spChg>
      </pc:sldChg>
      <pc:sldChg chg="addSp delSp modSp mod">
        <pc:chgData name="Eirik Eriksen Heen" userId="3e804305-1c07-417a-9ea8-d913585be88f" providerId="ADAL" clId="{1A8AB375-2C17-4B69-9219-6D6459D5CFE1}" dt="2026-10-06T15:05:43.707" v="143" actId="14100"/>
        <pc:sldMkLst>
          <pc:docMk/>
          <pc:sldMk cId="839785482" sldId="4780"/>
        </pc:sldMkLst>
        <pc:spChg chg="mod">
          <ac:chgData name="Eirik Eriksen Heen" userId="3e804305-1c07-417a-9ea8-d913585be88f" providerId="ADAL" clId="{1A8AB375-2C17-4B69-9219-6D6459D5CFE1}" dt="2026-10-06T14:00:50.703" v="99" actId="20577"/>
          <ac:spMkLst>
            <pc:docMk/>
            <pc:sldMk cId="839785482" sldId="4780"/>
            <ac:spMk id="2" creationId="{9ED14682-61F8-1FDA-4B0B-2AB5C2F4B566}"/>
          </ac:spMkLst>
        </pc:spChg>
        <pc:spChg chg="del">
          <ac:chgData name="Eirik Eriksen Heen" userId="3e804305-1c07-417a-9ea8-d913585be88f" providerId="ADAL" clId="{1A8AB375-2C17-4B69-9219-6D6459D5CFE1}" dt="2026-10-06T14:02:36.194" v="104" actId="478"/>
          <ac:spMkLst>
            <pc:docMk/>
            <pc:sldMk cId="839785482" sldId="4780"/>
            <ac:spMk id="3" creationId="{DD3B1899-1359-CB46-0C64-F62789CD68C8}"/>
          </ac:spMkLst>
        </pc:spChg>
        <pc:spChg chg="add mod">
          <ac:chgData name="Eirik Eriksen Heen" userId="3e804305-1c07-417a-9ea8-d913585be88f" providerId="ADAL" clId="{1A8AB375-2C17-4B69-9219-6D6459D5CFE1}" dt="2026-10-06T15:05:34.987" v="140" actId="1076"/>
          <ac:spMkLst>
            <pc:docMk/>
            <pc:sldMk cId="839785482" sldId="4780"/>
            <ac:spMk id="4" creationId="{0775B2AA-96AF-E9FF-764A-7B4D3A647E7D}"/>
          </ac:spMkLst>
        </pc:spChg>
        <pc:spChg chg="add del mod">
          <ac:chgData name="Eirik Eriksen Heen" userId="3e804305-1c07-417a-9ea8-d913585be88f" providerId="ADAL" clId="{1A8AB375-2C17-4B69-9219-6D6459D5CFE1}" dt="2026-10-06T14:02:38.113" v="105" actId="478"/>
          <ac:spMkLst>
            <pc:docMk/>
            <pc:sldMk cId="839785482" sldId="4780"/>
            <ac:spMk id="6" creationId="{5CD1830E-CCCE-61AA-14A4-29EDC1281CB4}"/>
          </ac:spMkLst>
        </pc:spChg>
        <pc:spChg chg="add mod">
          <ac:chgData name="Eirik Eriksen Heen" userId="3e804305-1c07-417a-9ea8-d913585be88f" providerId="ADAL" clId="{1A8AB375-2C17-4B69-9219-6D6459D5CFE1}" dt="2026-10-06T15:05:36.861" v="141" actId="1076"/>
          <ac:spMkLst>
            <pc:docMk/>
            <pc:sldMk cId="839785482" sldId="4780"/>
            <ac:spMk id="8" creationId="{1FF52DE9-D4EE-34A4-F48A-1FF58B43E934}"/>
          </ac:spMkLst>
        </pc:spChg>
        <pc:spChg chg="add mod">
          <ac:chgData name="Eirik Eriksen Heen" userId="3e804305-1c07-417a-9ea8-d913585be88f" providerId="ADAL" clId="{1A8AB375-2C17-4B69-9219-6D6459D5CFE1}" dt="2026-10-06T15:05:39.261" v="142" actId="1076"/>
          <ac:spMkLst>
            <pc:docMk/>
            <pc:sldMk cId="839785482" sldId="4780"/>
            <ac:spMk id="10" creationId="{ACB491D5-549A-C651-05CE-3F0CB18FD198}"/>
          </ac:spMkLst>
        </pc:spChg>
        <pc:picChg chg="add mod ord">
          <ac:chgData name="Eirik Eriksen Heen" userId="3e804305-1c07-417a-9ea8-d913585be88f" providerId="ADAL" clId="{1A8AB375-2C17-4B69-9219-6D6459D5CFE1}" dt="2026-10-06T15:05:43.707" v="143" actId="14100"/>
          <ac:picMkLst>
            <pc:docMk/>
            <pc:sldMk cId="839785482" sldId="4780"/>
            <ac:picMk id="12" creationId="{E3B92F9C-9475-7AB6-11F6-24CA683DBE3B}"/>
          </ac:picMkLst>
        </pc:picChg>
        <pc:picChg chg="add del">
          <ac:chgData name="Eirik Eriksen Heen" userId="3e804305-1c07-417a-9ea8-d913585be88f" providerId="ADAL" clId="{1A8AB375-2C17-4B69-9219-6D6459D5CFE1}" dt="2026-10-06T14:00:25.974" v="98" actId="478"/>
          <ac:picMkLst>
            <pc:docMk/>
            <pc:sldMk cId="839785482" sldId="4780"/>
            <ac:picMk id="3077" creationId="{7C28A931-7E60-4E8D-AE27-52E27F8D9075}"/>
          </ac:picMkLst>
        </pc:picChg>
      </pc:sldChg>
      <pc:sldChg chg="del">
        <pc:chgData name="Eirik Eriksen Heen" userId="3e804305-1c07-417a-9ea8-d913585be88f" providerId="ADAL" clId="{1A8AB375-2C17-4B69-9219-6D6459D5CFE1}" dt="2026-10-06T18:27:36.099" v="1381" actId="47"/>
        <pc:sldMkLst>
          <pc:docMk/>
          <pc:sldMk cId="4127039654" sldId="4789"/>
        </pc:sldMkLst>
      </pc:sldChg>
      <pc:sldChg chg="addSp modSp add del mod">
        <pc:chgData name="Eirik Eriksen Heen" userId="3e804305-1c07-417a-9ea8-d913585be88f" providerId="ADAL" clId="{1A8AB375-2C17-4B69-9219-6D6459D5CFE1}" dt="2026-10-06T19:32:17.271" v="1681" actId="20577"/>
        <pc:sldMkLst>
          <pc:docMk/>
          <pc:sldMk cId="1090446415" sldId="4794"/>
        </pc:sldMkLst>
        <pc:spChg chg="mod">
          <ac:chgData name="Eirik Eriksen Heen" userId="3e804305-1c07-417a-9ea8-d913585be88f" providerId="ADAL" clId="{1A8AB375-2C17-4B69-9219-6D6459D5CFE1}" dt="2026-10-06T19:32:17.271" v="1681" actId="20577"/>
          <ac:spMkLst>
            <pc:docMk/>
            <pc:sldMk cId="1090446415" sldId="4794"/>
            <ac:spMk id="3" creationId="{F69983B0-81E2-B1A7-EC0D-F6D87BB48D08}"/>
          </ac:spMkLst>
        </pc:spChg>
        <pc:picChg chg="add mod">
          <ac:chgData name="Eirik Eriksen Heen" userId="3e804305-1c07-417a-9ea8-d913585be88f" providerId="ADAL" clId="{1A8AB375-2C17-4B69-9219-6D6459D5CFE1}" dt="2026-10-06T19:31:40.022" v="1680" actId="1076"/>
          <ac:picMkLst>
            <pc:docMk/>
            <pc:sldMk cId="1090446415" sldId="4794"/>
            <ac:picMk id="5" creationId="{CDA4E478-00C9-4515-313E-E396EE984329}"/>
          </ac:picMkLst>
        </pc:picChg>
      </pc:sldChg>
      <pc:sldChg chg="add del">
        <pc:chgData name="Eirik Eriksen Heen" userId="3e804305-1c07-417a-9ea8-d913585be88f" providerId="ADAL" clId="{1A8AB375-2C17-4B69-9219-6D6459D5CFE1}" dt="2026-10-06T19:32:50.147" v="1682"/>
        <pc:sldMkLst>
          <pc:docMk/>
          <pc:sldMk cId="3837290161" sldId="4795"/>
        </pc:sldMkLst>
      </pc:sldChg>
      <pc:sldChg chg="add del">
        <pc:chgData name="Eirik Eriksen Heen" userId="3e804305-1c07-417a-9ea8-d913585be88f" providerId="ADAL" clId="{1A8AB375-2C17-4B69-9219-6D6459D5CFE1}" dt="2026-10-06T19:33:28.713" v="1683"/>
        <pc:sldMkLst>
          <pc:docMk/>
          <pc:sldMk cId="3310588199" sldId="4796"/>
        </pc:sldMkLst>
      </pc:sldChg>
      <pc:sldChg chg="addSp modSp mod">
        <pc:chgData name="Eirik Eriksen Heen" userId="3e804305-1c07-417a-9ea8-d913585be88f" providerId="ADAL" clId="{1A8AB375-2C17-4B69-9219-6D6459D5CFE1}" dt="2026-10-06T16:45:50.222" v="552" actId="1076"/>
        <pc:sldMkLst>
          <pc:docMk/>
          <pc:sldMk cId="3468769735" sldId="4798"/>
        </pc:sldMkLst>
        <pc:spChg chg="mod">
          <ac:chgData name="Eirik Eriksen Heen" userId="3e804305-1c07-417a-9ea8-d913585be88f" providerId="ADAL" clId="{1A8AB375-2C17-4B69-9219-6D6459D5CFE1}" dt="2026-10-06T16:44:40.734" v="546"/>
          <ac:spMkLst>
            <pc:docMk/>
            <pc:sldMk cId="3468769735" sldId="4798"/>
            <ac:spMk id="2" creationId="{49914444-63BF-B407-A33B-B53BB308F5AC}"/>
          </ac:spMkLst>
        </pc:spChg>
        <pc:spChg chg="mod">
          <ac:chgData name="Eirik Eriksen Heen" userId="3e804305-1c07-417a-9ea8-d913585be88f" providerId="ADAL" clId="{1A8AB375-2C17-4B69-9219-6D6459D5CFE1}" dt="2026-10-06T16:44:56.697" v="548" actId="27636"/>
          <ac:spMkLst>
            <pc:docMk/>
            <pc:sldMk cId="3468769735" sldId="4798"/>
            <ac:spMk id="3" creationId="{D6ED0369-C2CD-4E14-E2D8-5435E3E14112}"/>
          </ac:spMkLst>
        </pc:spChg>
        <pc:spChg chg="add mod">
          <ac:chgData name="Eirik Eriksen Heen" userId="3e804305-1c07-417a-9ea8-d913585be88f" providerId="ADAL" clId="{1A8AB375-2C17-4B69-9219-6D6459D5CFE1}" dt="2026-10-06T16:45:00.038" v="549" actId="1076"/>
          <ac:spMkLst>
            <pc:docMk/>
            <pc:sldMk cId="3468769735" sldId="4798"/>
            <ac:spMk id="5" creationId="{E6CB65A5-7188-4DC5-05EE-4DDC1BD532A1}"/>
          </ac:spMkLst>
        </pc:spChg>
        <pc:spChg chg="add mod">
          <ac:chgData name="Eirik Eriksen Heen" userId="3e804305-1c07-417a-9ea8-d913585be88f" providerId="ADAL" clId="{1A8AB375-2C17-4B69-9219-6D6459D5CFE1}" dt="2026-10-06T16:45:50.222" v="552" actId="1076"/>
          <ac:spMkLst>
            <pc:docMk/>
            <pc:sldMk cId="3468769735" sldId="4798"/>
            <ac:spMk id="7" creationId="{5E224CDA-D9C6-5E6D-DF2C-2D15BBAF99A5}"/>
          </ac:spMkLst>
        </pc:spChg>
      </pc:sldChg>
      <pc:sldChg chg="del">
        <pc:chgData name="Eirik Eriksen Heen" userId="3e804305-1c07-417a-9ea8-d913585be88f" providerId="ADAL" clId="{1A8AB375-2C17-4B69-9219-6D6459D5CFE1}" dt="2026-10-06T15:40:40.106" v="280" actId="2696"/>
        <pc:sldMkLst>
          <pc:docMk/>
          <pc:sldMk cId="3282680096" sldId="4800"/>
        </pc:sldMkLst>
      </pc:sldChg>
      <pc:sldChg chg="del">
        <pc:chgData name="Eirik Eriksen Heen" userId="3e804305-1c07-417a-9ea8-d913585be88f" providerId="ADAL" clId="{1A8AB375-2C17-4B69-9219-6D6459D5CFE1}" dt="2026-10-06T18:27:36.099" v="1381" actId="47"/>
        <pc:sldMkLst>
          <pc:docMk/>
          <pc:sldMk cId="1077639564" sldId="4801"/>
        </pc:sldMkLst>
      </pc:sldChg>
      <pc:sldChg chg="del">
        <pc:chgData name="Eirik Eriksen Heen" userId="3e804305-1c07-417a-9ea8-d913585be88f" providerId="ADAL" clId="{1A8AB375-2C17-4B69-9219-6D6459D5CFE1}" dt="2026-10-06T18:27:36.099" v="1381" actId="47"/>
        <pc:sldMkLst>
          <pc:docMk/>
          <pc:sldMk cId="321418875" sldId="4802"/>
        </pc:sldMkLst>
      </pc:sldChg>
      <pc:sldChg chg="del">
        <pc:chgData name="Eirik Eriksen Heen" userId="3e804305-1c07-417a-9ea8-d913585be88f" providerId="ADAL" clId="{1A8AB375-2C17-4B69-9219-6D6459D5CFE1}" dt="2026-10-06T18:27:36.099" v="1381" actId="47"/>
        <pc:sldMkLst>
          <pc:docMk/>
          <pc:sldMk cId="1313231565" sldId="4803"/>
        </pc:sldMkLst>
      </pc:sldChg>
      <pc:sldChg chg="del">
        <pc:chgData name="Eirik Eriksen Heen" userId="3e804305-1c07-417a-9ea8-d913585be88f" providerId="ADAL" clId="{1A8AB375-2C17-4B69-9219-6D6459D5CFE1}" dt="2026-10-06T18:27:36.099" v="1381" actId="47"/>
        <pc:sldMkLst>
          <pc:docMk/>
          <pc:sldMk cId="2783163037" sldId="4804"/>
        </pc:sldMkLst>
      </pc:sldChg>
      <pc:sldChg chg="del">
        <pc:chgData name="Eirik Eriksen Heen" userId="3e804305-1c07-417a-9ea8-d913585be88f" providerId="ADAL" clId="{1A8AB375-2C17-4B69-9219-6D6459D5CFE1}" dt="2026-10-06T18:27:36.099" v="1381" actId="47"/>
        <pc:sldMkLst>
          <pc:docMk/>
          <pc:sldMk cId="3294597052" sldId="4805"/>
        </pc:sldMkLst>
      </pc:sldChg>
      <pc:sldChg chg="del ord">
        <pc:chgData name="Eirik Eriksen Heen" userId="3e804305-1c07-417a-9ea8-d913585be88f" providerId="ADAL" clId="{1A8AB375-2C17-4B69-9219-6D6459D5CFE1}" dt="2026-10-06T18:27:36.099" v="1381" actId="47"/>
        <pc:sldMkLst>
          <pc:docMk/>
          <pc:sldMk cId="1183237148" sldId="4806"/>
        </pc:sldMkLst>
      </pc:sldChg>
      <pc:sldChg chg="del">
        <pc:chgData name="Eirik Eriksen Heen" userId="3e804305-1c07-417a-9ea8-d913585be88f" providerId="ADAL" clId="{1A8AB375-2C17-4B69-9219-6D6459D5CFE1}" dt="2026-10-06T18:27:36.099" v="1381" actId="47"/>
        <pc:sldMkLst>
          <pc:docMk/>
          <pc:sldMk cId="2976420074" sldId="4807"/>
        </pc:sldMkLst>
      </pc:sldChg>
      <pc:sldChg chg="addSp modSp del mod">
        <pc:chgData name="Eirik Eriksen Heen" userId="3e804305-1c07-417a-9ea8-d913585be88f" providerId="ADAL" clId="{1A8AB375-2C17-4B69-9219-6D6459D5CFE1}" dt="2026-10-06T15:20:55.807" v="205" actId="2696"/>
        <pc:sldMkLst>
          <pc:docMk/>
          <pc:sldMk cId="4284857943" sldId="4808"/>
        </pc:sldMkLst>
        <pc:spChg chg="mod">
          <ac:chgData name="Eirik Eriksen Heen" userId="3e804305-1c07-417a-9ea8-d913585be88f" providerId="ADAL" clId="{1A8AB375-2C17-4B69-9219-6D6459D5CFE1}" dt="2026-10-06T15:19:49.697" v="179"/>
          <ac:spMkLst>
            <pc:docMk/>
            <pc:sldMk cId="4284857943" sldId="4808"/>
            <ac:spMk id="2" creationId="{D05FCF4A-9C7F-711A-E485-9BBCA7732DF1}"/>
          </ac:spMkLst>
        </pc:spChg>
        <pc:spChg chg="mod">
          <ac:chgData name="Eirik Eriksen Heen" userId="3e804305-1c07-417a-9ea8-d913585be88f" providerId="ADAL" clId="{1A8AB375-2C17-4B69-9219-6D6459D5CFE1}" dt="2026-10-06T15:13:43.861" v="172" actId="27636"/>
          <ac:spMkLst>
            <pc:docMk/>
            <pc:sldMk cId="4284857943" sldId="4808"/>
            <ac:spMk id="3" creationId="{4C69340C-DA7B-F2B8-1ECD-CD271E4582C3}"/>
          </ac:spMkLst>
        </pc:spChg>
        <pc:spChg chg="add mod">
          <ac:chgData name="Eirik Eriksen Heen" userId="3e804305-1c07-417a-9ea8-d913585be88f" providerId="ADAL" clId="{1A8AB375-2C17-4B69-9219-6D6459D5CFE1}" dt="2026-10-06T15:14:11.561" v="178" actId="1076"/>
          <ac:spMkLst>
            <pc:docMk/>
            <pc:sldMk cId="4284857943" sldId="4808"/>
            <ac:spMk id="5" creationId="{7EC6ED5B-F4C5-A454-671E-F74E769F4511}"/>
          </ac:spMkLst>
        </pc:spChg>
      </pc:sldChg>
      <pc:sldChg chg="del">
        <pc:chgData name="Eirik Eriksen Heen" userId="3e804305-1c07-417a-9ea8-d913585be88f" providerId="ADAL" clId="{1A8AB375-2C17-4B69-9219-6D6459D5CFE1}" dt="2026-10-06T16:03:07.543" v="319" actId="2696"/>
        <pc:sldMkLst>
          <pc:docMk/>
          <pc:sldMk cId="1942349134" sldId="4809"/>
        </pc:sldMkLst>
      </pc:sldChg>
      <pc:sldChg chg="addSp modSp mod ord">
        <pc:chgData name="Eirik Eriksen Heen" userId="3e804305-1c07-417a-9ea8-d913585be88f" providerId="ADAL" clId="{1A8AB375-2C17-4B69-9219-6D6459D5CFE1}" dt="2026-10-06T16:09:09.787" v="347"/>
        <pc:sldMkLst>
          <pc:docMk/>
          <pc:sldMk cId="1494473487" sldId="4811"/>
        </pc:sldMkLst>
        <pc:spChg chg="mod">
          <ac:chgData name="Eirik Eriksen Heen" userId="3e804305-1c07-417a-9ea8-d913585be88f" providerId="ADAL" clId="{1A8AB375-2C17-4B69-9219-6D6459D5CFE1}" dt="2026-10-06T15:42:57.251" v="281"/>
          <ac:spMkLst>
            <pc:docMk/>
            <pc:sldMk cId="1494473487" sldId="4811"/>
            <ac:spMk id="2" creationId="{2466791B-BAE7-A7D5-5FF6-2CB3F9D4C74B}"/>
          </ac:spMkLst>
        </pc:spChg>
        <pc:spChg chg="mod">
          <ac:chgData name="Eirik Eriksen Heen" userId="3e804305-1c07-417a-9ea8-d913585be88f" providerId="ADAL" clId="{1A8AB375-2C17-4B69-9219-6D6459D5CFE1}" dt="2026-10-06T15:44:02.753" v="296" actId="27636"/>
          <ac:spMkLst>
            <pc:docMk/>
            <pc:sldMk cId="1494473487" sldId="4811"/>
            <ac:spMk id="3" creationId="{F9CEBF47-17DC-83CD-BA8F-6B2BECB5CA0A}"/>
          </ac:spMkLst>
        </pc:spChg>
        <pc:spChg chg="add mod">
          <ac:chgData name="Eirik Eriksen Heen" userId="3e804305-1c07-417a-9ea8-d913585be88f" providerId="ADAL" clId="{1A8AB375-2C17-4B69-9219-6D6459D5CFE1}" dt="2026-10-06T15:44:16.870" v="298"/>
          <ac:spMkLst>
            <pc:docMk/>
            <pc:sldMk cId="1494473487" sldId="4811"/>
            <ac:spMk id="5" creationId="{4ED253DD-55EE-8548-B5B1-D93023C709B5}"/>
          </ac:spMkLst>
        </pc:spChg>
        <pc:picChg chg="mod">
          <ac:chgData name="Eirik Eriksen Heen" userId="3e804305-1c07-417a-9ea8-d913585be88f" providerId="ADAL" clId="{1A8AB375-2C17-4B69-9219-6D6459D5CFE1}" dt="2026-10-06T15:43:56.630" v="292" actId="1076"/>
          <ac:picMkLst>
            <pc:docMk/>
            <pc:sldMk cId="1494473487" sldId="4811"/>
            <ac:picMk id="1026" creationId="{AA68D721-ABFD-1644-1D75-8D5C7C1B71A5}"/>
          </ac:picMkLst>
        </pc:picChg>
      </pc:sldChg>
      <pc:sldChg chg="del">
        <pc:chgData name="Eirik Eriksen Heen" userId="3e804305-1c07-417a-9ea8-d913585be88f" providerId="ADAL" clId="{1A8AB375-2C17-4B69-9219-6D6459D5CFE1}" dt="2026-10-06T18:27:36.099" v="1381" actId="47"/>
        <pc:sldMkLst>
          <pc:docMk/>
          <pc:sldMk cId="807440568" sldId="4812"/>
        </pc:sldMkLst>
      </pc:sldChg>
      <pc:sldChg chg="addSp delSp modSp mod">
        <pc:chgData name="Eirik Eriksen Heen" userId="3e804305-1c07-417a-9ea8-d913585be88f" providerId="ADAL" clId="{1A8AB375-2C17-4B69-9219-6D6459D5CFE1}" dt="2026-10-06T18:52:38.902" v="1540" actId="1076"/>
        <pc:sldMkLst>
          <pc:docMk/>
          <pc:sldMk cId="3332617002" sldId="4814"/>
        </pc:sldMkLst>
        <pc:spChg chg="mod">
          <ac:chgData name="Eirik Eriksen Heen" userId="3e804305-1c07-417a-9ea8-d913585be88f" providerId="ADAL" clId="{1A8AB375-2C17-4B69-9219-6D6459D5CFE1}" dt="2026-10-06T18:41:50.272" v="1515" actId="404"/>
          <ac:spMkLst>
            <pc:docMk/>
            <pc:sldMk cId="3332617002" sldId="4814"/>
            <ac:spMk id="2" creationId="{8DD0ED4B-1D47-DD42-9B2B-DA42617C8A10}"/>
          </ac:spMkLst>
        </pc:spChg>
        <pc:spChg chg="mod">
          <ac:chgData name="Eirik Eriksen Heen" userId="3e804305-1c07-417a-9ea8-d913585be88f" providerId="ADAL" clId="{1A8AB375-2C17-4B69-9219-6D6459D5CFE1}" dt="2026-10-06T18:52:08.417" v="1534" actId="5793"/>
          <ac:spMkLst>
            <pc:docMk/>
            <pc:sldMk cId="3332617002" sldId="4814"/>
            <ac:spMk id="3" creationId="{6CE25AD4-3099-ED23-4523-66E9FE907805}"/>
          </ac:spMkLst>
        </pc:spChg>
        <pc:spChg chg="add mod">
          <ac:chgData name="Eirik Eriksen Heen" userId="3e804305-1c07-417a-9ea8-d913585be88f" providerId="ADAL" clId="{1A8AB375-2C17-4B69-9219-6D6459D5CFE1}" dt="2026-10-06T18:52:38.902" v="1540" actId="1076"/>
          <ac:spMkLst>
            <pc:docMk/>
            <pc:sldMk cId="3332617002" sldId="4814"/>
            <ac:spMk id="11" creationId="{CB960BBF-9163-4142-7027-7351CD30AAA9}"/>
          </ac:spMkLst>
        </pc:spChg>
        <pc:picChg chg="add del mod">
          <ac:chgData name="Eirik Eriksen Heen" userId="3e804305-1c07-417a-9ea8-d913585be88f" providerId="ADAL" clId="{1A8AB375-2C17-4B69-9219-6D6459D5CFE1}" dt="2026-10-06T18:49:39.140" v="1519" actId="478"/>
          <ac:picMkLst>
            <pc:docMk/>
            <pc:sldMk cId="3332617002" sldId="4814"/>
            <ac:picMk id="5" creationId="{8C0E45BE-93A2-E5AC-8463-9630A380A6F2}"/>
          </ac:picMkLst>
        </pc:picChg>
        <pc:picChg chg="add del mod">
          <ac:chgData name="Eirik Eriksen Heen" userId="3e804305-1c07-417a-9ea8-d913585be88f" providerId="ADAL" clId="{1A8AB375-2C17-4B69-9219-6D6459D5CFE1}" dt="2026-10-06T18:50:01.051" v="1524" actId="478"/>
          <ac:picMkLst>
            <pc:docMk/>
            <pc:sldMk cId="3332617002" sldId="4814"/>
            <ac:picMk id="7" creationId="{4BB7D337-B667-6FD9-3887-60D20047DDAB}"/>
          </ac:picMkLst>
        </pc:picChg>
        <pc:picChg chg="add mod">
          <ac:chgData name="Eirik Eriksen Heen" userId="3e804305-1c07-417a-9ea8-d913585be88f" providerId="ADAL" clId="{1A8AB375-2C17-4B69-9219-6D6459D5CFE1}" dt="2026-10-06T18:50:08.843" v="1530" actId="1076"/>
          <ac:picMkLst>
            <pc:docMk/>
            <pc:sldMk cId="3332617002" sldId="4814"/>
            <ac:picMk id="9" creationId="{E80ADB02-5AA7-C47B-AA7A-E0ABEA71A94B}"/>
          </ac:picMkLst>
        </pc:picChg>
        <pc:picChg chg="del">
          <ac:chgData name="Eirik Eriksen Heen" userId="3e804305-1c07-417a-9ea8-d913585be88f" providerId="ADAL" clId="{1A8AB375-2C17-4B69-9219-6D6459D5CFE1}" dt="2026-10-06T18:30:44.338" v="1423" actId="21"/>
          <ac:picMkLst>
            <pc:docMk/>
            <pc:sldMk cId="3332617002" sldId="4814"/>
            <ac:picMk id="2052" creationId="{7D922B96-6F9D-DE26-3913-8EC6AC8BA8BF}"/>
          </ac:picMkLst>
        </pc:picChg>
      </pc:sldChg>
      <pc:sldChg chg="del">
        <pc:chgData name="Eirik Eriksen Heen" userId="3e804305-1c07-417a-9ea8-d913585be88f" providerId="ADAL" clId="{1A8AB375-2C17-4B69-9219-6D6459D5CFE1}" dt="2026-10-06T19:13:02.579" v="1596" actId="47"/>
        <pc:sldMkLst>
          <pc:docMk/>
          <pc:sldMk cId="656543908" sldId="4815"/>
        </pc:sldMkLst>
      </pc:sldChg>
      <pc:sldChg chg="ord">
        <pc:chgData name="Eirik Eriksen Heen" userId="3e804305-1c07-417a-9ea8-d913585be88f" providerId="ADAL" clId="{1A8AB375-2C17-4B69-9219-6D6459D5CFE1}" dt="2026-10-06T18:57:23.132" v="1545"/>
        <pc:sldMkLst>
          <pc:docMk/>
          <pc:sldMk cId="3847090962" sldId="4816"/>
        </pc:sldMkLst>
      </pc:sldChg>
      <pc:sldChg chg="del">
        <pc:chgData name="Eirik Eriksen Heen" userId="3e804305-1c07-417a-9ea8-d913585be88f" providerId="ADAL" clId="{1A8AB375-2C17-4B69-9219-6D6459D5CFE1}" dt="2026-10-06T19:13:02.579" v="1596" actId="47"/>
        <pc:sldMkLst>
          <pc:docMk/>
          <pc:sldMk cId="731297850" sldId="4817"/>
        </pc:sldMkLst>
      </pc:sldChg>
      <pc:sldChg chg="del">
        <pc:chgData name="Eirik Eriksen Heen" userId="3e804305-1c07-417a-9ea8-d913585be88f" providerId="ADAL" clId="{1A8AB375-2C17-4B69-9219-6D6459D5CFE1}" dt="2026-10-06T19:13:02.579" v="1596" actId="47"/>
        <pc:sldMkLst>
          <pc:docMk/>
          <pc:sldMk cId="2868422683" sldId="4818"/>
        </pc:sldMkLst>
      </pc:sldChg>
      <pc:sldChg chg="del">
        <pc:chgData name="Eirik Eriksen Heen" userId="3e804305-1c07-417a-9ea8-d913585be88f" providerId="ADAL" clId="{1A8AB375-2C17-4B69-9219-6D6459D5CFE1}" dt="2026-10-06T19:13:02.579" v="1596" actId="47"/>
        <pc:sldMkLst>
          <pc:docMk/>
          <pc:sldMk cId="548588872" sldId="4820"/>
        </pc:sldMkLst>
      </pc:sldChg>
      <pc:sldChg chg="del">
        <pc:chgData name="Eirik Eriksen Heen" userId="3e804305-1c07-417a-9ea8-d913585be88f" providerId="ADAL" clId="{1A8AB375-2C17-4B69-9219-6D6459D5CFE1}" dt="2026-10-06T19:13:02.579" v="1596" actId="47"/>
        <pc:sldMkLst>
          <pc:docMk/>
          <pc:sldMk cId="1850978126" sldId="4821"/>
        </pc:sldMkLst>
      </pc:sldChg>
      <pc:sldChg chg="del">
        <pc:chgData name="Eirik Eriksen Heen" userId="3e804305-1c07-417a-9ea8-d913585be88f" providerId="ADAL" clId="{1A8AB375-2C17-4B69-9219-6D6459D5CFE1}" dt="2026-10-06T19:13:02.579" v="1596" actId="47"/>
        <pc:sldMkLst>
          <pc:docMk/>
          <pc:sldMk cId="1275478262" sldId="4822"/>
        </pc:sldMkLst>
      </pc:sldChg>
      <pc:sldChg chg="del">
        <pc:chgData name="Eirik Eriksen Heen" userId="3e804305-1c07-417a-9ea8-d913585be88f" providerId="ADAL" clId="{1A8AB375-2C17-4B69-9219-6D6459D5CFE1}" dt="2026-10-06T19:13:02.579" v="1596" actId="47"/>
        <pc:sldMkLst>
          <pc:docMk/>
          <pc:sldMk cId="1610951624" sldId="4823"/>
        </pc:sldMkLst>
      </pc:sldChg>
      <pc:sldChg chg="del">
        <pc:chgData name="Eirik Eriksen Heen" userId="3e804305-1c07-417a-9ea8-d913585be88f" providerId="ADAL" clId="{1A8AB375-2C17-4B69-9219-6D6459D5CFE1}" dt="2026-10-06T19:13:02.579" v="1596" actId="47"/>
        <pc:sldMkLst>
          <pc:docMk/>
          <pc:sldMk cId="30010327" sldId="4824"/>
        </pc:sldMkLst>
      </pc:sldChg>
      <pc:sldChg chg="del">
        <pc:chgData name="Eirik Eriksen Heen" userId="3e804305-1c07-417a-9ea8-d913585be88f" providerId="ADAL" clId="{1A8AB375-2C17-4B69-9219-6D6459D5CFE1}" dt="2026-10-06T19:13:02.579" v="1596" actId="47"/>
        <pc:sldMkLst>
          <pc:docMk/>
          <pc:sldMk cId="3939124420" sldId="4825"/>
        </pc:sldMkLst>
      </pc:sldChg>
      <pc:sldChg chg="del">
        <pc:chgData name="Eirik Eriksen Heen" userId="3e804305-1c07-417a-9ea8-d913585be88f" providerId="ADAL" clId="{1A8AB375-2C17-4B69-9219-6D6459D5CFE1}" dt="2026-10-06T19:13:02.579" v="1596" actId="47"/>
        <pc:sldMkLst>
          <pc:docMk/>
          <pc:sldMk cId="3294783788" sldId="4827"/>
        </pc:sldMkLst>
      </pc:sldChg>
      <pc:sldChg chg="del">
        <pc:chgData name="Eirik Eriksen Heen" userId="3e804305-1c07-417a-9ea8-d913585be88f" providerId="ADAL" clId="{1A8AB375-2C17-4B69-9219-6D6459D5CFE1}" dt="2026-10-06T19:13:02.579" v="1596" actId="47"/>
        <pc:sldMkLst>
          <pc:docMk/>
          <pc:sldMk cId="4294823668" sldId="4829"/>
        </pc:sldMkLst>
      </pc:sldChg>
      <pc:sldChg chg="addSp modSp new mod">
        <pc:chgData name="Eirik Eriksen Heen" userId="3e804305-1c07-417a-9ea8-d913585be88f" providerId="ADAL" clId="{1A8AB375-2C17-4B69-9219-6D6459D5CFE1}" dt="2026-10-06T13:56:25.767" v="56" actId="1076"/>
        <pc:sldMkLst>
          <pc:docMk/>
          <pc:sldMk cId="3948531909" sldId="4830"/>
        </pc:sldMkLst>
        <pc:spChg chg="mod">
          <ac:chgData name="Eirik Eriksen Heen" userId="3e804305-1c07-417a-9ea8-d913585be88f" providerId="ADAL" clId="{1A8AB375-2C17-4B69-9219-6D6459D5CFE1}" dt="2026-10-06T13:53:38.627" v="12"/>
          <ac:spMkLst>
            <pc:docMk/>
            <pc:sldMk cId="3948531909" sldId="4830"/>
            <ac:spMk id="2" creationId="{D163E676-FA33-5BAF-A65F-B5FAE5CB2FE7}"/>
          </ac:spMkLst>
        </pc:spChg>
        <pc:spChg chg="mod">
          <ac:chgData name="Eirik Eriksen Heen" userId="3e804305-1c07-417a-9ea8-d913585be88f" providerId="ADAL" clId="{1A8AB375-2C17-4B69-9219-6D6459D5CFE1}" dt="2026-10-06T13:54:13.526" v="37" actId="14"/>
          <ac:spMkLst>
            <pc:docMk/>
            <pc:sldMk cId="3948531909" sldId="4830"/>
            <ac:spMk id="3" creationId="{ED4072D7-5A5F-79C9-256E-F16851B036D8}"/>
          </ac:spMkLst>
        </pc:spChg>
        <pc:spChg chg="add mod">
          <ac:chgData name="Eirik Eriksen Heen" userId="3e804305-1c07-417a-9ea8-d913585be88f" providerId="ADAL" clId="{1A8AB375-2C17-4B69-9219-6D6459D5CFE1}" dt="2026-10-06T13:54:05.822" v="35" actId="1076"/>
          <ac:spMkLst>
            <pc:docMk/>
            <pc:sldMk cId="3948531909" sldId="4830"/>
            <ac:spMk id="4" creationId="{48F8F298-B687-FA27-4448-9DC5D0C4B98F}"/>
          </ac:spMkLst>
        </pc:spChg>
        <pc:spChg chg="add mod">
          <ac:chgData name="Eirik Eriksen Heen" userId="3e804305-1c07-417a-9ea8-d913585be88f" providerId="ADAL" clId="{1A8AB375-2C17-4B69-9219-6D6459D5CFE1}" dt="2026-10-06T13:56:25.767" v="56" actId="1076"/>
          <ac:spMkLst>
            <pc:docMk/>
            <pc:sldMk cId="3948531909" sldId="4830"/>
            <ac:spMk id="5" creationId="{FFA6A126-9CC2-DCDA-A3D4-31CDC392958A}"/>
          </ac:spMkLst>
        </pc:spChg>
      </pc:sldChg>
      <pc:sldChg chg="modSp new mod ord">
        <pc:chgData name="Eirik Eriksen Heen" userId="3e804305-1c07-417a-9ea8-d913585be88f" providerId="ADAL" clId="{1A8AB375-2C17-4B69-9219-6D6459D5CFE1}" dt="2026-10-06T13:58:55.730" v="94"/>
        <pc:sldMkLst>
          <pc:docMk/>
          <pc:sldMk cId="1506487058" sldId="4831"/>
        </pc:sldMkLst>
        <pc:spChg chg="mod">
          <ac:chgData name="Eirik Eriksen Heen" userId="3e804305-1c07-417a-9ea8-d913585be88f" providerId="ADAL" clId="{1A8AB375-2C17-4B69-9219-6D6459D5CFE1}" dt="2026-10-06T13:58:36.043" v="92" actId="1076"/>
          <ac:spMkLst>
            <pc:docMk/>
            <pc:sldMk cId="1506487058" sldId="4831"/>
            <ac:spMk id="2" creationId="{B1384591-00E3-8880-0335-15A3BB946E5B}"/>
          </ac:spMkLst>
        </pc:spChg>
      </pc:sldChg>
      <pc:sldChg chg="addSp modSp new mod">
        <pc:chgData name="Eirik Eriksen Heen" userId="3e804305-1c07-417a-9ea8-d913585be88f" providerId="ADAL" clId="{1A8AB375-2C17-4B69-9219-6D6459D5CFE1}" dt="2026-10-06T15:21:39.274" v="219" actId="15"/>
        <pc:sldMkLst>
          <pc:docMk/>
          <pc:sldMk cId="1157142974" sldId="4832"/>
        </pc:sldMkLst>
        <pc:spChg chg="mod">
          <ac:chgData name="Eirik Eriksen Heen" userId="3e804305-1c07-417a-9ea8-d913585be88f" providerId="ADAL" clId="{1A8AB375-2C17-4B69-9219-6D6459D5CFE1}" dt="2026-10-06T15:20:52.632" v="204"/>
          <ac:spMkLst>
            <pc:docMk/>
            <pc:sldMk cId="1157142974" sldId="4832"/>
            <ac:spMk id="2" creationId="{90E59502-D6C7-FB17-A1BD-729C17919FD8}"/>
          </ac:spMkLst>
        </pc:spChg>
        <pc:spChg chg="mod">
          <ac:chgData name="Eirik Eriksen Heen" userId="3e804305-1c07-417a-9ea8-d913585be88f" providerId="ADAL" clId="{1A8AB375-2C17-4B69-9219-6D6459D5CFE1}" dt="2026-10-06T15:21:37.359" v="217" actId="27636"/>
          <ac:spMkLst>
            <pc:docMk/>
            <pc:sldMk cId="1157142974" sldId="4832"/>
            <ac:spMk id="3" creationId="{7DB58AE4-817A-0F36-EA9C-B00BC97BF74C}"/>
          </ac:spMkLst>
        </pc:spChg>
        <pc:spChg chg="mod">
          <ac:chgData name="Eirik Eriksen Heen" userId="3e804305-1c07-417a-9ea8-d913585be88f" providerId="ADAL" clId="{1A8AB375-2C17-4B69-9219-6D6459D5CFE1}" dt="2026-10-06T15:21:39.274" v="219" actId="15"/>
          <ac:spMkLst>
            <pc:docMk/>
            <pc:sldMk cId="1157142974" sldId="4832"/>
            <ac:spMk id="4" creationId="{C346CACE-6A0D-DE95-A57F-352752CF8096}"/>
          </ac:spMkLst>
        </pc:spChg>
        <pc:spChg chg="add mod">
          <ac:chgData name="Eirik Eriksen Heen" userId="3e804305-1c07-417a-9ea8-d913585be88f" providerId="ADAL" clId="{1A8AB375-2C17-4B69-9219-6D6459D5CFE1}" dt="2026-10-06T15:20:43.489" v="203" actId="1076"/>
          <ac:spMkLst>
            <pc:docMk/>
            <pc:sldMk cId="1157142974" sldId="4832"/>
            <ac:spMk id="6" creationId="{3C5FC344-747C-1DF3-75A4-02C03F2DC75D}"/>
          </ac:spMkLst>
        </pc:spChg>
      </pc:sldChg>
      <pc:sldChg chg="add del">
        <pc:chgData name="Eirik Eriksen Heen" userId="3e804305-1c07-417a-9ea8-d913585be88f" providerId="ADAL" clId="{1A8AB375-2C17-4B69-9219-6D6459D5CFE1}" dt="2026-10-06T15:05:52.477" v="144" actId="2696"/>
        <pc:sldMkLst>
          <pc:docMk/>
          <pc:sldMk cId="3205034280" sldId="4832"/>
        </pc:sldMkLst>
      </pc:sldChg>
      <pc:sldChg chg="addSp delSp modSp new mod modAnim">
        <pc:chgData name="Eirik Eriksen Heen" userId="3e804305-1c07-417a-9ea8-d913585be88f" providerId="ADAL" clId="{1A8AB375-2C17-4B69-9219-6D6459D5CFE1}" dt="2026-10-06T16:26:09.895" v="465" actId="14100"/>
        <pc:sldMkLst>
          <pc:docMk/>
          <pc:sldMk cId="4035684094" sldId="4833"/>
        </pc:sldMkLst>
        <pc:spChg chg="del">
          <ac:chgData name="Eirik Eriksen Heen" userId="3e804305-1c07-417a-9ea8-d913585be88f" providerId="ADAL" clId="{1A8AB375-2C17-4B69-9219-6D6459D5CFE1}" dt="2026-10-06T15:38:12.139" v="244" actId="478"/>
          <ac:spMkLst>
            <pc:docMk/>
            <pc:sldMk cId="4035684094" sldId="4833"/>
            <ac:spMk id="2" creationId="{86F6C8E0-6CA0-C021-140C-D459A8791FC1}"/>
          </ac:spMkLst>
        </pc:spChg>
        <pc:spChg chg="add del">
          <ac:chgData name="Eirik Eriksen Heen" userId="3e804305-1c07-417a-9ea8-d913585be88f" providerId="ADAL" clId="{1A8AB375-2C17-4B69-9219-6D6459D5CFE1}" dt="2026-10-06T15:37:10.135" v="231" actId="478"/>
          <ac:spMkLst>
            <pc:docMk/>
            <pc:sldMk cId="4035684094" sldId="4833"/>
            <ac:spMk id="3" creationId="{1B8C2990-F294-252D-ABAE-CA11AC7A794F}"/>
          </ac:spMkLst>
        </pc:spChg>
        <pc:spChg chg="add del">
          <ac:chgData name="Eirik Eriksen Heen" userId="3e804305-1c07-417a-9ea8-d913585be88f" providerId="ADAL" clId="{1A8AB375-2C17-4B69-9219-6D6459D5CFE1}" dt="2026-10-06T15:37:47.602" v="234" actId="22"/>
          <ac:spMkLst>
            <pc:docMk/>
            <pc:sldMk cId="4035684094" sldId="4833"/>
            <ac:spMk id="8" creationId="{0165F5FA-67D6-A048-2954-B52DA8BD30B3}"/>
          </ac:spMkLst>
        </pc:spChg>
        <pc:spChg chg="add mod">
          <ac:chgData name="Eirik Eriksen Heen" userId="3e804305-1c07-417a-9ea8-d913585be88f" providerId="ADAL" clId="{1A8AB375-2C17-4B69-9219-6D6459D5CFE1}" dt="2026-10-06T16:18:15.403" v="348"/>
          <ac:spMkLst>
            <pc:docMk/>
            <pc:sldMk cId="4035684094" sldId="4833"/>
            <ac:spMk id="11" creationId="{DA9766CD-BF28-E170-40AE-3C523E96E0D5}"/>
          </ac:spMkLst>
        </pc:spChg>
        <pc:spChg chg="add mod">
          <ac:chgData name="Eirik Eriksen Heen" userId="3e804305-1c07-417a-9ea8-d913585be88f" providerId="ADAL" clId="{1A8AB375-2C17-4B69-9219-6D6459D5CFE1}" dt="2026-10-06T15:39:12.773" v="262" actId="14100"/>
          <ac:spMkLst>
            <pc:docMk/>
            <pc:sldMk cId="4035684094" sldId="4833"/>
            <ac:spMk id="12" creationId="{44DF5BE6-E24C-A411-66FA-531062730433}"/>
          </ac:spMkLst>
        </pc:spChg>
        <pc:spChg chg="add mod">
          <ac:chgData name="Eirik Eriksen Heen" userId="3e804305-1c07-417a-9ea8-d913585be88f" providerId="ADAL" clId="{1A8AB375-2C17-4B69-9219-6D6459D5CFE1}" dt="2026-10-06T16:26:07.629" v="464" actId="14100"/>
          <ac:spMkLst>
            <pc:docMk/>
            <pc:sldMk cId="4035684094" sldId="4833"/>
            <ac:spMk id="13" creationId="{A298387F-6226-3919-7869-CAEF441D6732}"/>
          </ac:spMkLst>
        </pc:spChg>
        <pc:spChg chg="add mod">
          <ac:chgData name="Eirik Eriksen Heen" userId="3e804305-1c07-417a-9ea8-d913585be88f" providerId="ADAL" clId="{1A8AB375-2C17-4B69-9219-6D6459D5CFE1}" dt="2026-10-06T16:18:30.020" v="351" actId="14100"/>
          <ac:spMkLst>
            <pc:docMk/>
            <pc:sldMk cId="4035684094" sldId="4833"/>
            <ac:spMk id="14" creationId="{F2FC6C29-2620-F962-6875-2893977C711C}"/>
          </ac:spMkLst>
        </pc:spChg>
        <pc:spChg chg="add mod">
          <ac:chgData name="Eirik Eriksen Heen" userId="3e804305-1c07-417a-9ea8-d913585be88f" providerId="ADAL" clId="{1A8AB375-2C17-4B69-9219-6D6459D5CFE1}" dt="2026-10-06T16:26:09.895" v="465" actId="14100"/>
          <ac:spMkLst>
            <pc:docMk/>
            <pc:sldMk cId="4035684094" sldId="4833"/>
            <ac:spMk id="15" creationId="{36E4F7E2-BD0B-51E9-DD69-BAD0E48C15D0}"/>
          </ac:spMkLst>
        </pc:spChg>
        <pc:spChg chg="add mod">
          <ac:chgData name="Eirik Eriksen Heen" userId="3e804305-1c07-417a-9ea8-d913585be88f" providerId="ADAL" clId="{1A8AB375-2C17-4B69-9219-6D6459D5CFE1}" dt="2026-10-06T16:18:20.013" v="349" actId="1076"/>
          <ac:spMkLst>
            <pc:docMk/>
            <pc:sldMk cId="4035684094" sldId="4833"/>
            <ac:spMk id="16" creationId="{DBDF728F-5E1B-DD5E-0D81-17B154B27FF1}"/>
          </ac:spMkLst>
        </pc:spChg>
        <pc:spChg chg="add mod">
          <ac:chgData name="Eirik Eriksen Heen" userId="3e804305-1c07-417a-9ea8-d913585be88f" providerId="ADAL" clId="{1A8AB375-2C17-4B69-9219-6D6459D5CFE1}" dt="2026-10-06T16:18:20.013" v="349" actId="1076"/>
          <ac:spMkLst>
            <pc:docMk/>
            <pc:sldMk cId="4035684094" sldId="4833"/>
            <ac:spMk id="17" creationId="{8A76324F-124F-BDB8-0C1E-3F27A5845C63}"/>
          </ac:spMkLst>
        </pc:spChg>
        <pc:spChg chg="add mod">
          <ac:chgData name="Eirik Eriksen Heen" userId="3e804305-1c07-417a-9ea8-d913585be88f" providerId="ADAL" clId="{1A8AB375-2C17-4B69-9219-6D6459D5CFE1}" dt="2026-10-06T15:40:22.753" v="278" actId="1076"/>
          <ac:spMkLst>
            <pc:docMk/>
            <pc:sldMk cId="4035684094" sldId="4833"/>
            <ac:spMk id="20" creationId="{CF196071-AFBD-77D7-1277-D0E5CE4AB7E1}"/>
          </ac:spMkLst>
        </pc:spChg>
        <pc:spChg chg="add mod">
          <ac:chgData name="Eirik Eriksen Heen" userId="3e804305-1c07-417a-9ea8-d913585be88f" providerId="ADAL" clId="{1A8AB375-2C17-4B69-9219-6D6459D5CFE1}" dt="2026-10-06T15:40:27.216" v="279" actId="1076"/>
          <ac:spMkLst>
            <pc:docMk/>
            <pc:sldMk cId="4035684094" sldId="4833"/>
            <ac:spMk id="21" creationId="{AB99B723-E78C-14B2-6ED5-DB0D876B3BBF}"/>
          </ac:spMkLst>
        </pc:spChg>
        <pc:graphicFrameChg chg="add mod modGraphic">
          <ac:chgData name="Eirik Eriksen Heen" userId="3e804305-1c07-417a-9ea8-d913585be88f" providerId="ADAL" clId="{1A8AB375-2C17-4B69-9219-6D6459D5CFE1}" dt="2026-10-06T15:36:54.946" v="226"/>
          <ac:graphicFrameMkLst>
            <pc:docMk/>
            <pc:sldMk cId="4035684094" sldId="4833"/>
            <ac:graphicFrameMk id="4" creationId="{A27A9BE0-CD09-1F9A-ADE5-F0E59B73A959}"/>
          </ac:graphicFrameMkLst>
        </pc:graphicFrameChg>
        <pc:picChg chg="add del mod">
          <ac:chgData name="Eirik Eriksen Heen" userId="3e804305-1c07-417a-9ea8-d913585be88f" providerId="ADAL" clId="{1A8AB375-2C17-4B69-9219-6D6459D5CFE1}" dt="2026-10-06T15:37:44.761" v="232" actId="478"/>
          <ac:picMkLst>
            <pc:docMk/>
            <pc:sldMk cId="4035684094" sldId="4833"/>
            <ac:picMk id="6" creationId="{09EC3FBF-9B42-B05B-3BB6-6BBF6FDA6037}"/>
          </ac:picMkLst>
        </pc:picChg>
        <pc:picChg chg="add mod">
          <ac:chgData name="Eirik Eriksen Heen" userId="3e804305-1c07-417a-9ea8-d913585be88f" providerId="ADAL" clId="{1A8AB375-2C17-4B69-9219-6D6459D5CFE1}" dt="2026-10-06T15:38:09.509" v="243" actId="1076"/>
          <ac:picMkLst>
            <pc:docMk/>
            <pc:sldMk cId="4035684094" sldId="4833"/>
            <ac:picMk id="10" creationId="{C684F537-C877-4600-3AAF-8E7E89B62A3C}"/>
          </ac:picMkLst>
        </pc:picChg>
        <pc:cxnChg chg="add mod">
          <ac:chgData name="Eirik Eriksen Heen" userId="3e804305-1c07-417a-9ea8-d913585be88f" providerId="ADAL" clId="{1A8AB375-2C17-4B69-9219-6D6459D5CFE1}" dt="2026-10-06T15:40:22.753" v="278" actId="1076"/>
          <ac:cxnSpMkLst>
            <pc:docMk/>
            <pc:sldMk cId="4035684094" sldId="4833"/>
            <ac:cxnSpMk id="18" creationId="{88835DB8-5A8E-A8EE-3CA3-55C0264B6673}"/>
          </ac:cxnSpMkLst>
        </pc:cxnChg>
        <pc:cxnChg chg="add mod">
          <ac:chgData name="Eirik Eriksen Heen" userId="3e804305-1c07-417a-9ea8-d913585be88f" providerId="ADAL" clId="{1A8AB375-2C17-4B69-9219-6D6459D5CFE1}" dt="2026-10-06T15:40:27.216" v="279" actId="1076"/>
          <ac:cxnSpMkLst>
            <pc:docMk/>
            <pc:sldMk cId="4035684094" sldId="4833"/>
            <ac:cxnSpMk id="19" creationId="{406983C8-1A41-D6D8-F951-F2C3C73A03EC}"/>
          </ac:cxnSpMkLst>
        </pc:cxnChg>
      </pc:sldChg>
      <pc:sldChg chg="addSp delSp modSp new mod ord modClrScheme chgLayout">
        <pc:chgData name="Eirik Eriksen Heen" userId="3e804305-1c07-417a-9ea8-d913585be88f" providerId="ADAL" clId="{1A8AB375-2C17-4B69-9219-6D6459D5CFE1}" dt="2026-10-06T16:06:28.346" v="323"/>
        <pc:sldMkLst>
          <pc:docMk/>
          <pc:sldMk cId="3301233654" sldId="4834"/>
        </pc:sldMkLst>
        <pc:spChg chg="mod ord">
          <ac:chgData name="Eirik Eriksen Heen" userId="3e804305-1c07-417a-9ea8-d913585be88f" providerId="ADAL" clId="{1A8AB375-2C17-4B69-9219-6D6459D5CFE1}" dt="2026-10-06T15:51:30.699" v="307" actId="26606"/>
          <ac:spMkLst>
            <pc:docMk/>
            <pc:sldMk cId="3301233654" sldId="4834"/>
            <ac:spMk id="2" creationId="{0298F2AE-67BC-F268-C623-081C1FDA2E5D}"/>
          </ac:spMkLst>
        </pc:spChg>
        <pc:spChg chg="del mod ord">
          <ac:chgData name="Eirik Eriksen Heen" userId="3e804305-1c07-417a-9ea8-d913585be88f" providerId="ADAL" clId="{1A8AB375-2C17-4B69-9219-6D6459D5CFE1}" dt="2026-10-06T15:50:39.193" v="301" actId="700"/>
          <ac:spMkLst>
            <pc:docMk/>
            <pc:sldMk cId="3301233654" sldId="4834"/>
            <ac:spMk id="3" creationId="{A7BF25AF-6266-A45C-6363-E35E09B5947C}"/>
          </ac:spMkLst>
        </pc:spChg>
        <pc:spChg chg="del">
          <ac:chgData name="Eirik Eriksen Heen" userId="3e804305-1c07-417a-9ea8-d913585be88f" providerId="ADAL" clId="{1A8AB375-2C17-4B69-9219-6D6459D5CFE1}" dt="2026-10-06T15:50:39.193" v="301" actId="700"/>
          <ac:spMkLst>
            <pc:docMk/>
            <pc:sldMk cId="3301233654" sldId="4834"/>
            <ac:spMk id="4" creationId="{6F43F491-A9DF-5D34-8817-89ABBCC60251}"/>
          </ac:spMkLst>
        </pc:spChg>
        <pc:spChg chg="add mod ord">
          <ac:chgData name="Eirik Eriksen Heen" userId="3e804305-1c07-417a-9ea8-d913585be88f" providerId="ADAL" clId="{1A8AB375-2C17-4B69-9219-6D6459D5CFE1}" dt="2026-10-06T15:51:59.362" v="317" actId="20577"/>
          <ac:spMkLst>
            <pc:docMk/>
            <pc:sldMk cId="3301233654" sldId="4834"/>
            <ac:spMk id="5" creationId="{CFFFB018-F7FD-A3AA-3CFF-84DAFC47953F}"/>
          </ac:spMkLst>
        </pc:spChg>
        <pc:picChg chg="add mod">
          <ac:chgData name="Eirik Eriksen Heen" userId="3e804305-1c07-417a-9ea8-d913585be88f" providerId="ADAL" clId="{1A8AB375-2C17-4B69-9219-6D6459D5CFE1}" dt="2026-10-06T15:51:37.281" v="308" actId="1076"/>
          <ac:picMkLst>
            <pc:docMk/>
            <pc:sldMk cId="3301233654" sldId="4834"/>
            <ac:picMk id="6" creationId="{450037C4-B2E5-88CA-4109-A2DEFA1E9FCA}"/>
          </ac:picMkLst>
        </pc:picChg>
      </pc:sldChg>
      <pc:sldChg chg="new del">
        <pc:chgData name="Eirik Eriksen Heen" userId="3e804305-1c07-417a-9ea8-d913585be88f" providerId="ADAL" clId="{1A8AB375-2C17-4B69-9219-6D6459D5CFE1}" dt="2026-10-06T16:07:21.757" v="331" actId="2696"/>
        <pc:sldMkLst>
          <pc:docMk/>
          <pc:sldMk cId="2276994385" sldId="4835"/>
        </pc:sldMkLst>
      </pc:sldChg>
      <pc:sldChg chg="new del">
        <pc:chgData name="Eirik Eriksen Heen" userId="3e804305-1c07-417a-9ea8-d913585be88f" providerId="ADAL" clId="{1A8AB375-2C17-4B69-9219-6D6459D5CFE1}" dt="2026-10-06T16:07:21.757" v="331" actId="2696"/>
        <pc:sldMkLst>
          <pc:docMk/>
          <pc:sldMk cId="2443015470" sldId="4836"/>
        </pc:sldMkLst>
      </pc:sldChg>
      <pc:sldChg chg="new del">
        <pc:chgData name="Eirik Eriksen Heen" userId="3e804305-1c07-417a-9ea8-d913585be88f" providerId="ADAL" clId="{1A8AB375-2C17-4B69-9219-6D6459D5CFE1}" dt="2026-10-06T16:07:21.757" v="331" actId="2696"/>
        <pc:sldMkLst>
          <pc:docMk/>
          <pc:sldMk cId="1222540428" sldId="4837"/>
        </pc:sldMkLst>
      </pc:sldChg>
      <pc:sldChg chg="modSp new mod ord">
        <pc:chgData name="Eirik Eriksen Heen" userId="3e804305-1c07-417a-9ea8-d913585be88f" providerId="ADAL" clId="{1A8AB375-2C17-4B69-9219-6D6459D5CFE1}" dt="2026-10-06T16:08:06.622" v="337" actId="20577"/>
        <pc:sldMkLst>
          <pc:docMk/>
          <pc:sldMk cId="3107317623" sldId="4838"/>
        </pc:sldMkLst>
        <pc:spChg chg="mod">
          <ac:chgData name="Eirik Eriksen Heen" userId="3e804305-1c07-417a-9ea8-d913585be88f" providerId="ADAL" clId="{1A8AB375-2C17-4B69-9219-6D6459D5CFE1}" dt="2026-10-06T16:07:33.431" v="332"/>
          <ac:spMkLst>
            <pc:docMk/>
            <pc:sldMk cId="3107317623" sldId="4838"/>
            <ac:spMk id="2" creationId="{63994C47-B5CD-EBD1-ECA5-68EB0D55DAA2}"/>
          </ac:spMkLst>
        </pc:spChg>
        <pc:spChg chg="mod">
          <ac:chgData name="Eirik Eriksen Heen" userId="3e804305-1c07-417a-9ea8-d913585be88f" providerId="ADAL" clId="{1A8AB375-2C17-4B69-9219-6D6459D5CFE1}" dt="2026-10-06T16:08:06.622" v="337" actId="20577"/>
          <ac:spMkLst>
            <pc:docMk/>
            <pc:sldMk cId="3107317623" sldId="4838"/>
            <ac:spMk id="3" creationId="{C9D64DE8-9FB6-5AC2-8BA7-3F85F2D17476}"/>
          </ac:spMkLst>
        </pc:spChg>
      </pc:sldChg>
      <pc:sldChg chg="addSp modSp new mod">
        <pc:chgData name="Eirik Eriksen Heen" userId="3e804305-1c07-417a-9ea8-d913585be88f" providerId="ADAL" clId="{1A8AB375-2C17-4B69-9219-6D6459D5CFE1}" dt="2026-10-06T16:23:17.605" v="413" actId="1076"/>
        <pc:sldMkLst>
          <pc:docMk/>
          <pc:sldMk cId="1037694425" sldId="4839"/>
        </pc:sldMkLst>
        <pc:spChg chg="mod">
          <ac:chgData name="Eirik Eriksen Heen" userId="3e804305-1c07-417a-9ea8-d913585be88f" providerId="ADAL" clId="{1A8AB375-2C17-4B69-9219-6D6459D5CFE1}" dt="2026-10-06T16:19:15.274" v="355" actId="27636"/>
          <ac:spMkLst>
            <pc:docMk/>
            <pc:sldMk cId="1037694425" sldId="4839"/>
            <ac:spMk id="2" creationId="{613A0557-BB85-FBE3-CB9E-0EF434B2D69D}"/>
          </ac:spMkLst>
        </pc:spChg>
        <pc:spChg chg="mod">
          <ac:chgData name="Eirik Eriksen Heen" userId="3e804305-1c07-417a-9ea8-d913585be88f" providerId="ADAL" clId="{1A8AB375-2C17-4B69-9219-6D6459D5CFE1}" dt="2026-10-06T16:22:59.651" v="410" actId="27636"/>
          <ac:spMkLst>
            <pc:docMk/>
            <pc:sldMk cId="1037694425" sldId="4839"/>
            <ac:spMk id="3" creationId="{5537D40F-91B5-3631-3920-5F9D936B4B9F}"/>
          </ac:spMkLst>
        </pc:spChg>
        <pc:picChg chg="add mod">
          <ac:chgData name="Eirik Eriksen Heen" userId="3e804305-1c07-417a-9ea8-d913585be88f" providerId="ADAL" clId="{1A8AB375-2C17-4B69-9219-6D6459D5CFE1}" dt="2026-10-06T16:23:17.605" v="413" actId="1076"/>
          <ac:picMkLst>
            <pc:docMk/>
            <pc:sldMk cId="1037694425" sldId="4839"/>
            <ac:picMk id="5" creationId="{DF14F5CE-097A-A4A4-98C8-D1C8E72E3E57}"/>
          </ac:picMkLst>
        </pc:picChg>
      </pc:sldChg>
      <pc:sldChg chg="modSp add mod">
        <pc:chgData name="Eirik Eriksen Heen" userId="3e804305-1c07-417a-9ea8-d913585be88f" providerId="ADAL" clId="{1A8AB375-2C17-4B69-9219-6D6459D5CFE1}" dt="2026-10-06T16:08:18.074" v="343" actId="113"/>
        <pc:sldMkLst>
          <pc:docMk/>
          <pc:sldMk cId="1055399875" sldId="4840"/>
        </pc:sldMkLst>
        <pc:spChg chg="mod">
          <ac:chgData name="Eirik Eriksen Heen" userId="3e804305-1c07-417a-9ea8-d913585be88f" providerId="ADAL" clId="{1A8AB375-2C17-4B69-9219-6D6459D5CFE1}" dt="2026-10-06T16:08:18.074" v="343" actId="113"/>
          <ac:spMkLst>
            <pc:docMk/>
            <pc:sldMk cId="1055399875" sldId="4840"/>
            <ac:spMk id="3" creationId="{56A07CD7-11F5-D9DB-6F6D-1440417708EF}"/>
          </ac:spMkLst>
        </pc:spChg>
      </pc:sldChg>
      <pc:sldChg chg="addSp modSp new mod">
        <pc:chgData name="Eirik Eriksen Heen" userId="3e804305-1c07-417a-9ea8-d913585be88f" providerId="ADAL" clId="{1A8AB375-2C17-4B69-9219-6D6459D5CFE1}" dt="2026-10-06T16:25:51.977" v="462" actId="14100"/>
        <pc:sldMkLst>
          <pc:docMk/>
          <pc:sldMk cId="2265899649" sldId="4841"/>
        </pc:sldMkLst>
        <pc:spChg chg="mod">
          <ac:chgData name="Eirik Eriksen Heen" userId="3e804305-1c07-417a-9ea8-d913585be88f" providerId="ADAL" clId="{1A8AB375-2C17-4B69-9219-6D6459D5CFE1}" dt="2026-10-06T16:24:16.840" v="415"/>
          <ac:spMkLst>
            <pc:docMk/>
            <pc:sldMk cId="2265899649" sldId="4841"/>
            <ac:spMk id="2" creationId="{9ED38C32-A7F0-AA7B-A5D3-30D597B4FBCB}"/>
          </ac:spMkLst>
        </pc:spChg>
        <pc:spChg chg="mod">
          <ac:chgData name="Eirik Eriksen Heen" userId="3e804305-1c07-417a-9ea8-d913585be88f" providerId="ADAL" clId="{1A8AB375-2C17-4B69-9219-6D6459D5CFE1}" dt="2026-10-06T16:25:27.035" v="454" actId="27636"/>
          <ac:spMkLst>
            <pc:docMk/>
            <pc:sldMk cId="2265899649" sldId="4841"/>
            <ac:spMk id="3" creationId="{EF27CB45-1557-564C-2AD1-53019EE583D5}"/>
          </ac:spMkLst>
        </pc:spChg>
        <pc:spChg chg="add mod">
          <ac:chgData name="Eirik Eriksen Heen" userId="3e804305-1c07-417a-9ea8-d913585be88f" providerId="ADAL" clId="{1A8AB375-2C17-4B69-9219-6D6459D5CFE1}" dt="2026-10-06T16:25:51.977" v="462" actId="14100"/>
          <ac:spMkLst>
            <pc:docMk/>
            <pc:sldMk cId="2265899649" sldId="4841"/>
            <ac:spMk id="5" creationId="{BED014DF-FE20-064C-3B6A-2E4C1E7D137A}"/>
          </ac:spMkLst>
        </pc:spChg>
      </pc:sldChg>
      <pc:sldChg chg="add del">
        <pc:chgData name="Eirik Eriksen Heen" userId="3e804305-1c07-417a-9ea8-d913585be88f" providerId="ADAL" clId="{1A8AB375-2C17-4B69-9219-6D6459D5CFE1}" dt="2026-10-06T16:28:59.790" v="467"/>
        <pc:sldMkLst>
          <pc:docMk/>
          <pc:sldMk cId="1220449514" sldId="4842"/>
        </pc:sldMkLst>
      </pc:sldChg>
      <pc:sldChg chg="addSp modSp new mod">
        <pc:chgData name="Eirik Eriksen Heen" userId="3e804305-1c07-417a-9ea8-d913585be88f" providerId="ADAL" clId="{1A8AB375-2C17-4B69-9219-6D6459D5CFE1}" dt="2026-10-06T16:29:47.725" v="474" actId="1076"/>
        <pc:sldMkLst>
          <pc:docMk/>
          <pc:sldMk cId="3295012088" sldId="4842"/>
        </pc:sldMkLst>
        <pc:spChg chg="mod">
          <ac:chgData name="Eirik Eriksen Heen" userId="3e804305-1c07-417a-9ea8-d913585be88f" providerId="ADAL" clId="{1A8AB375-2C17-4B69-9219-6D6459D5CFE1}" dt="2026-10-06T16:29:14.770" v="470" actId="1076"/>
          <ac:spMkLst>
            <pc:docMk/>
            <pc:sldMk cId="3295012088" sldId="4842"/>
            <ac:spMk id="2" creationId="{1861D8A1-0052-2471-6475-A76F8F47E081}"/>
          </ac:spMkLst>
        </pc:spChg>
        <pc:spChg chg="add mod">
          <ac:chgData name="Eirik Eriksen Heen" userId="3e804305-1c07-417a-9ea8-d913585be88f" providerId="ADAL" clId="{1A8AB375-2C17-4B69-9219-6D6459D5CFE1}" dt="2026-10-06T16:29:47.725" v="474" actId="1076"/>
          <ac:spMkLst>
            <pc:docMk/>
            <pc:sldMk cId="3295012088" sldId="4842"/>
            <ac:spMk id="4" creationId="{82552075-B2A8-FA30-DCD7-589A39062845}"/>
          </ac:spMkLst>
        </pc:spChg>
      </pc:sldChg>
      <pc:sldChg chg="addSp delSp modSp new mod modClrScheme chgLayout">
        <pc:chgData name="Eirik Eriksen Heen" userId="3e804305-1c07-417a-9ea8-d913585be88f" providerId="ADAL" clId="{1A8AB375-2C17-4B69-9219-6D6459D5CFE1}" dt="2026-10-06T17:26:41.352" v="899" actId="20577"/>
        <pc:sldMkLst>
          <pc:docMk/>
          <pc:sldMk cId="1729784006" sldId="4843"/>
        </pc:sldMkLst>
        <pc:spChg chg="mod ord">
          <ac:chgData name="Eirik Eriksen Heen" userId="3e804305-1c07-417a-9ea8-d913585be88f" providerId="ADAL" clId="{1A8AB375-2C17-4B69-9219-6D6459D5CFE1}" dt="2026-10-06T17:26:41.352" v="899" actId="20577"/>
          <ac:spMkLst>
            <pc:docMk/>
            <pc:sldMk cId="1729784006" sldId="4843"/>
            <ac:spMk id="2" creationId="{FF830919-10F8-2469-27C1-8290BDF34FDE}"/>
          </ac:spMkLst>
        </pc:spChg>
        <pc:spChg chg="mod ord">
          <ac:chgData name="Eirik Eriksen Heen" userId="3e804305-1c07-417a-9ea8-d913585be88f" providerId="ADAL" clId="{1A8AB375-2C17-4B69-9219-6D6459D5CFE1}" dt="2026-10-06T17:26:07.284" v="884" actId="6549"/>
          <ac:spMkLst>
            <pc:docMk/>
            <pc:sldMk cId="1729784006" sldId="4843"/>
            <ac:spMk id="3" creationId="{1660BD8A-66D7-7C4D-B89E-C2181B49EEDF}"/>
          </ac:spMkLst>
        </pc:spChg>
        <pc:spChg chg="add mod ord">
          <ac:chgData name="Eirik Eriksen Heen" userId="3e804305-1c07-417a-9ea8-d913585be88f" providerId="ADAL" clId="{1A8AB375-2C17-4B69-9219-6D6459D5CFE1}" dt="2026-10-06T17:26:06.273" v="880" actId="27636"/>
          <ac:spMkLst>
            <pc:docMk/>
            <pc:sldMk cId="1729784006" sldId="4843"/>
            <ac:spMk id="4" creationId="{8605CA3D-E51E-D15F-2A8A-17CFEED3DCE8}"/>
          </ac:spMkLst>
        </pc:spChg>
        <pc:spChg chg="add del mod">
          <ac:chgData name="Eirik Eriksen Heen" userId="3e804305-1c07-417a-9ea8-d913585be88f" providerId="ADAL" clId="{1A8AB375-2C17-4B69-9219-6D6459D5CFE1}" dt="2026-10-06T17:25:51.237" v="864" actId="478"/>
          <ac:spMkLst>
            <pc:docMk/>
            <pc:sldMk cId="1729784006" sldId="4843"/>
            <ac:spMk id="5" creationId="{B60B6617-EA9E-F7CA-00A3-5A45212EA320}"/>
          </ac:spMkLst>
        </pc:spChg>
      </pc:sldChg>
      <pc:sldChg chg="addSp delSp modSp new mod modClrScheme chgLayout">
        <pc:chgData name="Eirik Eriksen Heen" userId="3e804305-1c07-417a-9ea8-d913585be88f" providerId="ADAL" clId="{1A8AB375-2C17-4B69-9219-6D6459D5CFE1}" dt="2026-10-06T19:21:22.829" v="1613" actId="20577"/>
        <pc:sldMkLst>
          <pc:docMk/>
          <pc:sldMk cId="1549639419" sldId="4844"/>
        </pc:sldMkLst>
        <pc:spChg chg="mod ord">
          <ac:chgData name="Eirik Eriksen Heen" userId="3e804305-1c07-417a-9ea8-d913585be88f" providerId="ADAL" clId="{1A8AB375-2C17-4B69-9219-6D6459D5CFE1}" dt="2026-10-06T17:09:21.761" v="708" actId="700"/>
          <ac:spMkLst>
            <pc:docMk/>
            <pc:sldMk cId="1549639419" sldId="4844"/>
            <ac:spMk id="2" creationId="{B58E518E-9FC1-11BB-E76A-3584ED0B6DA0}"/>
          </ac:spMkLst>
        </pc:spChg>
        <pc:spChg chg="mod ord">
          <ac:chgData name="Eirik Eriksen Heen" userId="3e804305-1c07-417a-9ea8-d913585be88f" providerId="ADAL" clId="{1A8AB375-2C17-4B69-9219-6D6459D5CFE1}" dt="2026-10-06T19:21:22.829" v="1613" actId="20577"/>
          <ac:spMkLst>
            <pc:docMk/>
            <pc:sldMk cId="1549639419" sldId="4844"/>
            <ac:spMk id="3" creationId="{37C899FD-E34F-15AA-7F61-C56DEC0821AD}"/>
          </ac:spMkLst>
        </pc:spChg>
        <pc:spChg chg="del mod">
          <ac:chgData name="Eirik Eriksen Heen" userId="3e804305-1c07-417a-9ea8-d913585be88f" providerId="ADAL" clId="{1A8AB375-2C17-4B69-9219-6D6459D5CFE1}" dt="2026-10-06T17:09:17.994" v="707" actId="478"/>
          <ac:spMkLst>
            <pc:docMk/>
            <pc:sldMk cId="1549639419" sldId="4844"/>
            <ac:spMk id="4" creationId="{FBC51D45-7866-DBCA-8E6B-A37FC4578D5E}"/>
          </ac:spMkLst>
        </pc:spChg>
        <pc:spChg chg="add mod">
          <ac:chgData name="Eirik Eriksen Heen" userId="3e804305-1c07-417a-9ea8-d913585be88f" providerId="ADAL" clId="{1A8AB375-2C17-4B69-9219-6D6459D5CFE1}" dt="2026-10-06T17:13:29.750" v="761" actId="20577"/>
          <ac:spMkLst>
            <pc:docMk/>
            <pc:sldMk cId="1549639419" sldId="4844"/>
            <ac:spMk id="6" creationId="{CA5823E6-F48A-1089-D08B-1B0AA89C0154}"/>
          </ac:spMkLst>
        </pc:spChg>
      </pc:sldChg>
      <pc:sldChg chg="addSp delSp modSp new mod modClrScheme chgLayout">
        <pc:chgData name="Eirik Eriksen Heen" userId="3e804305-1c07-417a-9ea8-d913585be88f" providerId="ADAL" clId="{1A8AB375-2C17-4B69-9219-6D6459D5CFE1}" dt="2026-10-06T17:30:30.211" v="965" actId="27636"/>
        <pc:sldMkLst>
          <pc:docMk/>
          <pc:sldMk cId="1157797520" sldId="4845"/>
        </pc:sldMkLst>
        <pc:spChg chg="mod ord">
          <ac:chgData name="Eirik Eriksen Heen" userId="3e804305-1c07-417a-9ea8-d913585be88f" providerId="ADAL" clId="{1A8AB375-2C17-4B69-9219-6D6459D5CFE1}" dt="2026-10-06T17:16:37.881" v="774" actId="700"/>
          <ac:spMkLst>
            <pc:docMk/>
            <pc:sldMk cId="1157797520" sldId="4845"/>
            <ac:spMk id="2" creationId="{887EB884-0F1A-ACBA-4D55-A85076AB1A5E}"/>
          </ac:spMkLst>
        </pc:spChg>
        <pc:spChg chg="del mod ord">
          <ac:chgData name="Eirik Eriksen Heen" userId="3e804305-1c07-417a-9ea8-d913585be88f" providerId="ADAL" clId="{1A8AB375-2C17-4B69-9219-6D6459D5CFE1}" dt="2026-10-06T17:16:37.881" v="774" actId="700"/>
          <ac:spMkLst>
            <pc:docMk/>
            <pc:sldMk cId="1157797520" sldId="4845"/>
            <ac:spMk id="3" creationId="{77939547-F5FE-560D-C74F-007CC16DD9B0}"/>
          </ac:spMkLst>
        </pc:spChg>
        <pc:spChg chg="add mod">
          <ac:chgData name="Eirik Eriksen Heen" userId="3e804305-1c07-417a-9ea8-d913585be88f" providerId="ADAL" clId="{1A8AB375-2C17-4B69-9219-6D6459D5CFE1}" dt="2026-10-06T17:18:30.180" v="800" actId="1076"/>
          <ac:spMkLst>
            <pc:docMk/>
            <pc:sldMk cId="1157797520" sldId="4845"/>
            <ac:spMk id="5" creationId="{320DA608-6F1A-28D0-FB26-4236AB9CC6AD}"/>
          </ac:spMkLst>
        </pc:spChg>
        <pc:spChg chg="add mod ord">
          <ac:chgData name="Eirik Eriksen Heen" userId="3e804305-1c07-417a-9ea8-d913585be88f" providerId="ADAL" clId="{1A8AB375-2C17-4B69-9219-6D6459D5CFE1}" dt="2026-10-06T17:30:30.206" v="964" actId="27636"/>
          <ac:spMkLst>
            <pc:docMk/>
            <pc:sldMk cId="1157797520" sldId="4845"/>
            <ac:spMk id="6" creationId="{C3CD3966-527F-657A-95AF-78E45CAC78A6}"/>
          </ac:spMkLst>
        </pc:spChg>
        <pc:spChg chg="add mod ord">
          <ac:chgData name="Eirik Eriksen Heen" userId="3e804305-1c07-417a-9ea8-d913585be88f" providerId="ADAL" clId="{1A8AB375-2C17-4B69-9219-6D6459D5CFE1}" dt="2026-10-06T17:30:30.211" v="965" actId="27636"/>
          <ac:spMkLst>
            <pc:docMk/>
            <pc:sldMk cId="1157797520" sldId="4845"/>
            <ac:spMk id="7" creationId="{B6B84219-A7FA-B1C8-8531-C4DA7DCA3243}"/>
          </ac:spMkLst>
        </pc:spChg>
      </pc:sldChg>
      <pc:sldChg chg="new del">
        <pc:chgData name="Eirik Eriksen Heen" userId="3e804305-1c07-417a-9ea8-d913585be88f" providerId="ADAL" clId="{1A8AB375-2C17-4B69-9219-6D6459D5CFE1}" dt="2026-10-06T17:28:06.083" v="943" actId="2696"/>
        <pc:sldMkLst>
          <pc:docMk/>
          <pc:sldMk cId="3061568338" sldId="4846"/>
        </pc:sldMkLst>
      </pc:sldChg>
      <pc:sldChg chg="modSp new mod">
        <pc:chgData name="Eirik Eriksen Heen" userId="3e804305-1c07-417a-9ea8-d913585be88f" providerId="ADAL" clId="{1A8AB375-2C17-4B69-9219-6D6459D5CFE1}" dt="2026-10-06T17:27:51.330" v="942" actId="20577"/>
        <pc:sldMkLst>
          <pc:docMk/>
          <pc:sldMk cId="3229059342" sldId="4847"/>
        </pc:sldMkLst>
        <pc:spChg chg="mod">
          <ac:chgData name="Eirik Eriksen Heen" userId="3e804305-1c07-417a-9ea8-d913585be88f" providerId="ADAL" clId="{1A8AB375-2C17-4B69-9219-6D6459D5CFE1}" dt="2026-10-06T17:27:07.493" v="902"/>
          <ac:spMkLst>
            <pc:docMk/>
            <pc:sldMk cId="3229059342" sldId="4847"/>
            <ac:spMk id="2" creationId="{7A4C34B7-AA58-DA8B-16A0-DD8E9FFFFFB3}"/>
          </ac:spMkLst>
        </pc:spChg>
        <pc:spChg chg="mod">
          <ac:chgData name="Eirik Eriksen Heen" userId="3e804305-1c07-417a-9ea8-d913585be88f" providerId="ADAL" clId="{1A8AB375-2C17-4B69-9219-6D6459D5CFE1}" dt="2026-10-06T17:27:51.330" v="942" actId="20577"/>
          <ac:spMkLst>
            <pc:docMk/>
            <pc:sldMk cId="3229059342" sldId="4847"/>
            <ac:spMk id="3" creationId="{6345CE21-70D4-FC98-905D-1DC9EE985492}"/>
          </ac:spMkLst>
        </pc:spChg>
      </pc:sldChg>
      <pc:sldChg chg="addSp delSp modSp new mod modClrScheme chgLayout">
        <pc:chgData name="Eirik Eriksen Heen" userId="3e804305-1c07-417a-9ea8-d913585be88f" providerId="ADAL" clId="{1A8AB375-2C17-4B69-9219-6D6459D5CFE1}" dt="2026-10-06T17:32:45.305" v="986" actId="20577"/>
        <pc:sldMkLst>
          <pc:docMk/>
          <pc:sldMk cId="1088150626" sldId="4848"/>
        </pc:sldMkLst>
        <pc:spChg chg="del mod ord">
          <ac:chgData name="Eirik Eriksen Heen" userId="3e804305-1c07-417a-9ea8-d913585be88f" providerId="ADAL" clId="{1A8AB375-2C17-4B69-9219-6D6459D5CFE1}" dt="2026-10-06T17:28:53.217" v="946" actId="700"/>
          <ac:spMkLst>
            <pc:docMk/>
            <pc:sldMk cId="1088150626" sldId="4848"/>
            <ac:spMk id="2" creationId="{3BD54E30-BF84-59AF-642D-5F6B9E687D3E}"/>
          </ac:spMkLst>
        </pc:spChg>
        <pc:spChg chg="del mod ord">
          <ac:chgData name="Eirik Eriksen Heen" userId="3e804305-1c07-417a-9ea8-d913585be88f" providerId="ADAL" clId="{1A8AB375-2C17-4B69-9219-6D6459D5CFE1}" dt="2026-10-06T17:28:53.217" v="946" actId="700"/>
          <ac:spMkLst>
            <pc:docMk/>
            <pc:sldMk cId="1088150626" sldId="4848"/>
            <ac:spMk id="3" creationId="{81516CA0-AA92-505A-CAB6-C77262C67BBD}"/>
          </ac:spMkLst>
        </pc:spChg>
        <pc:spChg chg="del">
          <ac:chgData name="Eirik Eriksen Heen" userId="3e804305-1c07-417a-9ea8-d913585be88f" providerId="ADAL" clId="{1A8AB375-2C17-4B69-9219-6D6459D5CFE1}" dt="2026-10-06T17:28:53.217" v="946" actId="700"/>
          <ac:spMkLst>
            <pc:docMk/>
            <pc:sldMk cId="1088150626" sldId="4848"/>
            <ac:spMk id="4" creationId="{ED3F1AD7-2028-018B-9190-A9E5BF37AF65}"/>
          </ac:spMkLst>
        </pc:spChg>
        <pc:spChg chg="add mod ord">
          <ac:chgData name="Eirik Eriksen Heen" userId="3e804305-1c07-417a-9ea8-d913585be88f" providerId="ADAL" clId="{1A8AB375-2C17-4B69-9219-6D6459D5CFE1}" dt="2026-10-06T17:29:05.231" v="947"/>
          <ac:spMkLst>
            <pc:docMk/>
            <pc:sldMk cId="1088150626" sldId="4848"/>
            <ac:spMk id="5" creationId="{BA490ECC-117D-5CE5-5664-B57353DA2462}"/>
          </ac:spMkLst>
        </pc:spChg>
        <pc:spChg chg="add mod ord">
          <ac:chgData name="Eirik Eriksen Heen" userId="3e804305-1c07-417a-9ea8-d913585be88f" providerId="ADAL" clId="{1A8AB375-2C17-4B69-9219-6D6459D5CFE1}" dt="2026-10-06T17:29:11.625" v="948"/>
          <ac:spMkLst>
            <pc:docMk/>
            <pc:sldMk cId="1088150626" sldId="4848"/>
            <ac:spMk id="6" creationId="{D02BAE98-AE51-FFC0-14E0-5B2B2DBB6EC3}"/>
          </ac:spMkLst>
        </pc:spChg>
        <pc:spChg chg="add mod">
          <ac:chgData name="Eirik Eriksen Heen" userId="3e804305-1c07-417a-9ea8-d913585be88f" providerId="ADAL" clId="{1A8AB375-2C17-4B69-9219-6D6459D5CFE1}" dt="2026-10-06T17:32:45.305" v="986" actId="20577"/>
          <ac:spMkLst>
            <pc:docMk/>
            <pc:sldMk cId="1088150626" sldId="4848"/>
            <ac:spMk id="7" creationId="{B66E3DC9-8F69-2970-A5BF-17AA928B97BA}"/>
          </ac:spMkLst>
        </pc:spChg>
        <pc:spChg chg="add mod">
          <ac:chgData name="Eirik Eriksen Heen" userId="3e804305-1c07-417a-9ea8-d913585be88f" providerId="ADAL" clId="{1A8AB375-2C17-4B69-9219-6D6459D5CFE1}" dt="2026-10-06T17:31:04.421" v="970" actId="113"/>
          <ac:spMkLst>
            <pc:docMk/>
            <pc:sldMk cId="1088150626" sldId="4848"/>
            <ac:spMk id="9" creationId="{F8265B39-927D-37E6-D2F9-E756F85FB1B7}"/>
          </ac:spMkLst>
        </pc:spChg>
      </pc:sldChg>
      <pc:sldChg chg="addSp delSp modSp new mod">
        <pc:chgData name="Eirik Eriksen Heen" userId="3e804305-1c07-417a-9ea8-d913585be88f" providerId="ADAL" clId="{1A8AB375-2C17-4B69-9219-6D6459D5CFE1}" dt="2026-10-06T17:53:09.719" v="1181" actId="21"/>
        <pc:sldMkLst>
          <pc:docMk/>
          <pc:sldMk cId="1804495550" sldId="4849"/>
        </pc:sldMkLst>
        <pc:spChg chg="mod">
          <ac:chgData name="Eirik Eriksen Heen" userId="3e804305-1c07-417a-9ea8-d913585be88f" providerId="ADAL" clId="{1A8AB375-2C17-4B69-9219-6D6459D5CFE1}" dt="2026-10-06T17:31:39.910" v="972"/>
          <ac:spMkLst>
            <pc:docMk/>
            <pc:sldMk cId="1804495550" sldId="4849"/>
            <ac:spMk id="2" creationId="{6DC4707F-AB8F-CFFC-BB46-7192701580BF}"/>
          </ac:spMkLst>
        </pc:spChg>
        <pc:spChg chg="mod">
          <ac:chgData name="Eirik Eriksen Heen" userId="3e804305-1c07-417a-9ea8-d913585be88f" providerId="ADAL" clId="{1A8AB375-2C17-4B69-9219-6D6459D5CFE1}" dt="2026-10-06T17:41:47.134" v="1044" actId="20577"/>
          <ac:spMkLst>
            <pc:docMk/>
            <pc:sldMk cId="1804495550" sldId="4849"/>
            <ac:spMk id="3" creationId="{67750248-0DF6-5345-803C-C67A81390CA8}"/>
          </ac:spMkLst>
        </pc:spChg>
        <pc:spChg chg="add mod">
          <ac:chgData name="Eirik Eriksen Heen" userId="3e804305-1c07-417a-9ea8-d913585be88f" providerId="ADAL" clId="{1A8AB375-2C17-4B69-9219-6D6459D5CFE1}" dt="2026-10-06T17:41:52.677" v="1046" actId="1076"/>
          <ac:spMkLst>
            <pc:docMk/>
            <pc:sldMk cId="1804495550" sldId="4849"/>
            <ac:spMk id="4" creationId="{2A27AC0D-9EB2-C6A6-F211-50402FEB91CA}"/>
          </ac:spMkLst>
        </pc:spChg>
        <pc:spChg chg="add mod">
          <ac:chgData name="Eirik Eriksen Heen" userId="3e804305-1c07-417a-9ea8-d913585be88f" providerId="ADAL" clId="{1A8AB375-2C17-4B69-9219-6D6459D5CFE1}" dt="2026-10-06T17:37:33.970" v="1032" actId="1076"/>
          <ac:spMkLst>
            <pc:docMk/>
            <pc:sldMk cId="1804495550" sldId="4849"/>
            <ac:spMk id="5" creationId="{F3F04A4D-92B6-D536-0CE4-C3A8FA27C91D}"/>
          </ac:spMkLst>
        </pc:spChg>
        <pc:spChg chg="add mod">
          <ac:chgData name="Eirik Eriksen Heen" userId="3e804305-1c07-417a-9ea8-d913585be88f" providerId="ADAL" clId="{1A8AB375-2C17-4B69-9219-6D6459D5CFE1}" dt="2026-10-06T17:37:54.300" v="1037" actId="1076"/>
          <ac:spMkLst>
            <pc:docMk/>
            <pc:sldMk cId="1804495550" sldId="4849"/>
            <ac:spMk id="6" creationId="{88C8EE16-B65A-506A-A40A-437AFA4C0DD5}"/>
          </ac:spMkLst>
        </pc:spChg>
        <pc:picChg chg="add del mod">
          <ac:chgData name="Eirik Eriksen Heen" userId="3e804305-1c07-417a-9ea8-d913585be88f" providerId="ADAL" clId="{1A8AB375-2C17-4B69-9219-6D6459D5CFE1}" dt="2026-10-06T17:53:09.719" v="1181" actId="21"/>
          <ac:picMkLst>
            <pc:docMk/>
            <pc:sldMk cId="1804495550" sldId="4849"/>
            <ac:picMk id="8" creationId="{8BF9FA96-227A-0E79-3448-5203726B8B8B}"/>
          </ac:picMkLst>
        </pc:picChg>
      </pc:sldChg>
      <pc:sldChg chg="addSp delSp modSp new mod">
        <pc:chgData name="Eirik Eriksen Heen" userId="3e804305-1c07-417a-9ea8-d913585be88f" providerId="ADAL" clId="{1A8AB375-2C17-4B69-9219-6D6459D5CFE1}" dt="2026-10-06T17:54:30.808" v="1219" actId="1076"/>
        <pc:sldMkLst>
          <pc:docMk/>
          <pc:sldMk cId="1254286911" sldId="4850"/>
        </pc:sldMkLst>
        <pc:spChg chg="mod">
          <ac:chgData name="Eirik Eriksen Heen" userId="3e804305-1c07-417a-9ea8-d913585be88f" providerId="ADAL" clId="{1A8AB375-2C17-4B69-9219-6D6459D5CFE1}" dt="2026-10-06T17:50:36.494" v="1147" actId="20577"/>
          <ac:spMkLst>
            <pc:docMk/>
            <pc:sldMk cId="1254286911" sldId="4850"/>
            <ac:spMk id="2" creationId="{F7EC6249-9D0E-E12E-4D42-CF59DF867DE3}"/>
          </ac:spMkLst>
        </pc:spChg>
        <pc:spChg chg="mod">
          <ac:chgData name="Eirik Eriksen Heen" userId="3e804305-1c07-417a-9ea8-d913585be88f" providerId="ADAL" clId="{1A8AB375-2C17-4B69-9219-6D6459D5CFE1}" dt="2026-10-06T17:54:07.168" v="1217" actId="12"/>
          <ac:spMkLst>
            <pc:docMk/>
            <pc:sldMk cId="1254286911" sldId="4850"/>
            <ac:spMk id="3" creationId="{B5393727-9654-450D-F4CE-0D28087BCA28}"/>
          </ac:spMkLst>
        </pc:spChg>
        <pc:spChg chg="add del mod">
          <ac:chgData name="Eirik Eriksen Heen" userId="3e804305-1c07-417a-9ea8-d913585be88f" providerId="ADAL" clId="{1A8AB375-2C17-4B69-9219-6D6459D5CFE1}" dt="2026-10-06T17:53:14.749" v="1183" actId="478"/>
          <ac:spMkLst>
            <pc:docMk/>
            <pc:sldMk cId="1254286911" sldId="4850"/>
            <ac:spMk id="5" creationId="{5196CE4C-B4D5-F455-4E33-2B4AB111A044}"/>
          </ac:spMkLst>
        </pc:spChg>
        <pc:spChg chg="add mod">
          <ac:chgData name="Eirik Eriksen Heen" userId="3e804305-1c07-417a-9ea8-d913585be88f" providerId="ADAL" clId="{1A8AB375-2C17-4B69-9219-6D6459D5CFE1}" dt="2026-10-06T17:54:30.808" v="1219" actId="1076"/>
          <ac:spMkLst>
            <pc:docMk/>
            <pc:sldMk cId="1254286911" sldId="4850"/>
            <ac:spMk id="6" creationId="{E559F37F-DA59-5044-82ED-D8E6283E82A7}"/>
          </ac:spMkLst>
        </pc:spChg>
        <pc:picChg chg="add mod">
          <ac:chgData name="Eirik Eriksen Heen" userId="3e804305-1c07-417a-9ea8-d913585be88f" providerId="ADAL" clId="{1A8AB375-2C17-4B69-9219-6D6459D5CFE1}" dt="2026-10-06T17:54:10.817" v="1218" actId="1076"/>
          <ac:picMkLst>
            <pc:docMk/>
            <pc:sldMk cId="1254286911" sldId="4850"/>
            <ac:picMk id="8" creationId="{35C6C27F-10C1-F995-93DB-AB9C4C7A30C7}"/>
          </ac:picMkLst>
        </pc:picChg>
      </pc:sldChg>
      <pc:sldChg chg="addSp delSp modSp add mod">
        <pc:chgData name="Eirik Eriksen Heen" userId="3e804305-1c07-417a-9ea8-d913585be88f" providerId="ADAL" clId="{1A8AB375-2C17-4B69-9219-6D6459D5CFE1}" dt="2026-10-06T17:46:10.974" v="1106" actId="20577"/>
        <pc:sldMkLst>
          <pc:docMk/>
          <pc:sldMk cId="2998664243" sldId="4851"/>
        </pc:sldMkLst>
        <pc:spChg chg="del mod">
          <ac:chgData name="Eirik Eriksen Heen" userId="3e804305-1c07-417a-9ea8-d913585be88f" providerId="ADAL" clId="{1A8AB375-2C17-4B69-9219-6D6459D5CFE1}" dt="2026-10-06T17:45:29.888" v="1090" actId="478"/>
          <ac:spMkLst>
            <pc:docMk/>
            <pc:sldMk cId="2998664243" sldId="4851"/>
            <ac:spMk id="3" creationId="{99CD416E-6E7E-F25B-A3CA-D30AC479581B}"/>
          </ac:spMkLst>
        </pc:spChg>
        <pc:spChg chg="add mod">
          <ac:chgData name="Eirik Eriksen Heen" userId="3e804305-1c07-417a-9ea8-d913585be88f" providerId="ADAL" clId="{1A8AB375-2C17-4B69-9219-6D6459D5CFE1}" dt="2026-10-06T17:45:27.672" v="1089" actId="1076"/>
          <ac:spMkLst>
            <pc:docMk/>
            <pc:sldMk cId="2998664243" sldId="4851"/>
            <ac:spMk id="4" creationId="{E1304FB6-9AAB-C19C-5271-3ADCE1888A5B}"/>
          </ac:spMkLst>
        </pc:spChg>
        <pc:spChg chg="add mod">
          <ac:chgData name="Eirik Eriksen Heen" userId="3e804305-1c07-417a-9ea8-d913585be88f" providerId="ADAL" clId="{1A8AB375-2C17-4B69-9219-6D6459D5CFE1}" dt="2026-10-06T17:45:27.672" v="1089" actId="1076"/>
          <ac:spMkLst>
            <pc:docMk/>
            <pc:sldMk cId="2998664243" sldId="4851"/>
            <ac:spMk id="5" creationId="{E0E9A17E-CD1F-BE32-DD32-7E30464C9262}"/>
          </ac:spMkLst>
        </pc:spChg>
        <pc:spChg chg="del">
          <ac:chgData name="Eirik Eriksen Heen" userId="3e804305-1c07-417a-9ea8-d913585be88f" providerId="ADAL" clId="{1A8AB375-2C17-4B69-9219-6D6459D5CFE1}" dt="2026-10-06T17:43:03.416" v="1061" actId="478"/>
          <ac:spMkLst>
            <pc:docMk/>
            <pc:sldMk cId="2998664243" sldId="4851"/>
            <ac:spMk id="6" creationId="{CFC684CD-65DA-A230-8B52-862BE66BA733}"/>
          </ac:spMkLst>
        </pc:spChg>
        <pc:spChg chg="add mod">
          <ac:chgData name="Eirik Eriksen Heen" userId="3e804305-1c07-417a-9ea8-d913585be88f" providerId="ADAL" clId="{1A8AB375-2C17-4B69-9219-6D6459D5CFE1}" dt="2026-10-06T17:45:27.672" v="1089" actId="1076"/>
          <ac:spMkLst>
            <pc:docMk/>
            <pc:sldMk cId="2998664243" sldId="4851"/>
            <ac:spMk id="12" creationId="{79FC7927-223D-5686-E15C-F306DD825427}"/>
          </ac:spMkLst>
        </pc:spChg>
        <pc:spChg chg="mod">
          <ac:chgData name="Eirik Eriksen Heen" userId="3e804305-1c07-417a-9ea8-d913585be88f" providerId="ADAL" clId="{1A8AB375-2C17-4B69-9219-6D6459D5CFE1}" dt="2026-10-06T17:45:27.672" v="1089" actId="1076"/>
          <ac:spMkLst>
            <pc:docMk/>
            <pc:sldMk cId="2998664243" sldId="4851"/>
            <ac:spMk id="13" creationId="{97253C43-33D9-7540-143B-B500C1B0149B}"/>
          </ac:spMkLst>
        </pc:spChg>
        <pc:spChg chg="add del mod">
          <ac:chgData name="Eirik Eriksen Heen" userId="3e804305-1c07-417a-9ea8-d913585be88f" providerId="ADAL" clId="{1A8AB375-2C17-4B69-9219-6D6459D5CFE1}" dt="2026-10-06T17:43:26.538" v="1066" actId="478"/>
          <ac:spMkLst>
            <pc:docMk/>
            <pc:sldMk cId="2998664243" sldId="4851"/>
            <ac:spMk id="14" creationId="{5CA87DC0-3559-4AD9-B8B3-8B56477530B2}"/>
          </ac:spMkLst>
        </pc:spChg>
        <pc:spChg chg="add mod">
          <ac:chgData name="Eirik Eriksen Heen" userId="3e804305-1c07-417a-9ea8-d913585be88f" providerId="ADAL" clId="{1A8AB375-2C17-4B69-9219-6D6459D5CFE1}" dt="2026-10-06T17:45:27.672" v="1089" actId="1076"/>
          <ac:spMkLst>
            <pc:docMk/>
            <pc:sldMk cId="2998664243" sldId="4851"/>
            <ac:spMk id="16" creationId="{B9B730D5-B84C-5FC9-F202-D542887F36C1}"/>
          </ac:spMkLst>
        </pc:spChg>
        <pc:spChg chg="add mod">
          <ac:chgData name="Eirik Eriksen Heen" userId="3e804305-1c07-417a-9ea8-d913585be88f" providerId="ADAL" clId="{1A8AB375-2C17-4B69-9219-6D6459D5CFE1}" dt="2026-10-06T17:45:27.672" v="1089" actId="1076"/>
          <ac:spMkLst>
            <pc:docMk/>
            <pc:sldMk cId="2998664243" sldId="4851"/>
            <ac:spMk id="17" creationId="{9D07DAE7-43D0-B5BD-88E7-D55D71A1D896}"/>
          </ac:spMkLst>
        </pc:spChg>
        <pc:spChg chg="add mod">
          <ac:chgData name="Eirik Eriksen Heen" userId="3e804305-1c07-417a-9ea8-d913585be88f" providerId="ADAL" clId="{1A8AB375-2C17-4B69-9219-6D6459D5CFE1}" dt="2026-10-06T17:45:27.672" v="1089" actId="1076"/>
          <ac:spMkLst>
            <pc:docMk/>
            <pc:sldMk cId="2998664243" sldId="4851"/>
            <ac:spMk id="18" creationId="{F3199783-D592-2BDE-235B-A049DBC67287}"/>
          </ac:spMkLst>
        </pc:spChg>
        <pc:spChg chg="add mod">
          <ac:chgData name="Eirik Eriksen Heen" userId="3e804305-1c07-417a-9ea8-d913585be88f" providerId="ADAL" clId="{1A8AB375-2C17-4B69-9219-6D6459D5CFE1}" dt="2026-10-06T17:45:27.672" v="1089" actId="1076"/>
          <ac:spMkLst>
            <pc:docMk/>
            <pc:sldMk cId="2998664243" sldId="4851"/>
            <ac:spMk id="19" creationId="{2BED9BC8-D3CA-DE3A-BC8E-A3B254DEAEBD}"/>
          </ac:spMkLst>
        </pc:spChg>
        <pc:spChg chg="add mod">
          <ac:chgData name="Eirik Eriksen Heen" userId="3e804305-1c07-417a-9ea8-d913585be88f" providerId="ADAL" clId="{1A8AB375-2C17-4B69-9219-6D6459D5CFE1}" dt="2026-10-06T17:45:27.672" v="1089" actId="1076"/>
          <ac:spMkLst>
            <pc:docMk/>
            <pc:sldMk cId="2998664243" sldId="4851"/>
            <ac:spMk id="20" creationId="{2CECECC5-D311-B729-1AB6-8936D77C71BF}"/>
          </ac:spMkLst>
        </pc:spChg>
        <pc:spChg chg="add mod">
          <ac:chgData name="Eirik Eriksen Heen" userId="3e804305-1c07-417a-9ea8-d913585be88f" providerId="ADAL" clId="{1A8AB375-2C17-4B69-9219-6D6459D5CFE1}" dt="2026-10-06T17:45:27.672" v="1089" actId="1076"/>
          <ac:spMkLst>
            <pc:docMk/>
            <pc:sldMk cId="2998664243" sldId="4851"/>
            <ac:spMk id="22" creationId="{5F1E37D2-DE4D-DDA0-C693-65CEEA11A144}"/>
          </ac:spMkLst>
        </pc:spChg>
        <pc:spChg chg="mod">
          <ac:chgData name="Eirik Eriksen Heen" userId="3e804305-1c07-417a-9ea8-d913585be88f" providerId="ADAL" clId="{1A8AB375-2C17-4B69-9219-6D6459D5CFE1}" dt="2026-10-06T17:44:42.499" v="1084"/>
          <ac:spMkLst>
            <pc:docMk/>
            <pc:sldMk cId="2998664243" sldId="4851"/>
            <ac:spMk id="23" creationId="{9FCF9574-B07F-190F-4DF6-3743510C7A27}"/>
          </ac:spMkLst>
        </pc:spChg>
        <pc:spChg chg="add mod">
          <ac:chgData name="Eirik Eriksen Heen" userId="3e804305-1c07-417a-9ea8-d913585be88f" providerId="ADAL" clId="{1A8AB375-2C17-4B69-9219-6D6459D5CFE1}" dt="2026-10-06T17:46:10.974" v="1106" actId="20577"/>
          <ac:spMkLst>
            <pc:docMk/>
            <pc:sldMk cId="2998664243" sldId="4851"/>
            <ac:spMk id="31" creationId="{C8BD3D36-D9D4-44EF-42A8-1D9A6133716C}"/>
          </ac:spMkLst>
        </pc:spChg>
        <pc:cxnChg chg="add mod">
          <ac:chgData name="Eirik Eriksen Heen" userId="3e804305-1c07-417a-9ea8-d913585be88f" providerId="ADAL" clId="{1A8AB375-2C17-4B69-9219-6D6459D5CFE1}" dt="2026-10-06T17:46:06.200" v="1104" actId="14100"/>
          <ac:cxnSpMkLst>
            <pc:docMk/>
            <pc:sldMk cId="2998664243" sldId="4851"/>
            <ac:cxnSpMk id="32" creationId="{0206C805-0352-6216-1E4C-137556CC5961}"/>
          </ac:cxnSpMkLst>
        </pc:cxnChg>
      </pc:sldChg>
      <pc:sldChg chg="modSp new mod">
        <pc:chgData name="Eirik Eriksen Heen" userId="3e804305-1c07-417a-9ea8-d913585be88f" providerId="ADAL" clId="{1A8AB375-2C17-4B69-9219-6D6459D5CFE1}" dt="2026-10-06T17:58:02.032" v="1222"/>
        <pc:sldMkLst>
          <pc:docMk/>
          <pc:sldMk cId="3411146416" sldId="4852"/>
        </pc:sldMkLst>
        <pc:spChg chg="mod">
          <ac:chgData name="Eirik Eriksen Heen" userId="3e804305-1c07-417a-9ea8-d913585be88f" providerId="ADAL" clId="{1A8AB375-2C17-4B69-9219-6D6459D5CFE1}" dt="2026-10-06T17:58:02.032" v="1222"/>
          <ac:spMkLst>
            <pc:docMk/>
            <pc:sldMk cId="3411146416" sldId="4852"/>
            <ac:spMk id="2" creationId="{1273C13E-0AE4-83AE-F6E9-A919464FAE98}"/>
          </ac:spMkLst>
        </pc:spChg>
      </pc:sldChg>
      <pc:sldChg chg="addSp delSp modSp new mod">
        <pc:chgData name="Eirik Eriksen Heen" userId="3e804305-1c07-417a-9ea8-d913585be88f" providerId="ADAL" clId="{1A8AB375-2C17-4B69-9219-6D6459D5CFE1}" dt="2026-10-06T18:24:06.614" v="1374" actId="14100"/>
        <pc:sldMkLst>
          <pc:docMk/>
          <pc:sldMk cId="1924744314" sldId="4853"/>
        </pc:sldMkLst>
        <pc:spChg chg="mod">
          <ac:chgData name="Eirik Eriksen Heen" userId="3e804305-1c07-417a-9ea8-d913585be88f" providerId="ADAL" clId="{1A8AB375-2C17-4B69-9219-6D6459D5CFE1}" dt="2026-10-06T18:21:18.682" v="1360" actId="20577"/>
          <ac:spMkLst>
            <pc:docMk/>
            <pc:sldMk cId="1924744314" sldId="4853"/>
            <ac:spMk id="2" creationId="{7D42B307-5C01-8DD3-3F1A-435C1DBFC011}"/>
          </ac:spMkLst>
        </pc:spChg>
        <pc:spChg chg="del">
          <ac:chgData name="Eirik Eriksen Heen" userId="3e804305-1c07-417a-9ea8-d913585be88f" providerId="ADAL" clId="{1A8AB375-2C17-4B69-9219-6D6459D5CFE1}" dt="2026-10-06T18:24:00.456" v="1369" actId="478"/>
          <ac:spMkLst>
            <pc:docMk/>
            <pc:sldMk cId="1924744314" sldId="4853"/>
            <ac:spMk id="3" creationId="{97264DD4-ADB0-0474-58A9-4DF4D7778018}"/>
          </ac:spMkLst>
        </pc:spChg>
        <pc:picChg chg="add del mod">
          <ac:chgData name="Eirik Eriksen Heen" userId="3e804305-1c07-417a-9ea8-d913585be88f" providerId="ADAL" clId="{1A8AB375-2C17-4B69-9219-6D6459D5CFE1}" dt="2026-10-06T18:19:44.119" v="1336" actId="478"/>
          <ac:picMkLst>
            <pc:docMk/>
            <pc:sldMk cId="1924744314" sldId="4853"/>
            <ac:picMk id="5" creationId="{8C747BD2-FEFE-6199-BA60-B814F6638468}"/>
          </ac:picMkLst>
        </pc:picChg>
        <pc:picChg chg="add mod">
          <ac:chgData name="Eirik Eriksen Heen" userId="3e804305-1c07-417a-9ea8-d913585be88f" providerId="ADAL" clId="{1A8AB375-2C17-4B69-9219-6D6459D5CFE1}" dt="2026-10-06T18:20:01.754" v="1350" actId="14100"/>
          <ac:picMkLst>
            <pc:docMk/>
            <pc:sldMk cId="1924744314" sldId="4853"/>
            <ac:picMk id="7" creationId="{BA8BFFFC-7114-56E7-85F8-B25A6FEF0904}"/>
          </ac:picMkLst>
        </pc:picChg>
        <pc:picChg chg="add del mod">
          <ac:chgData name="Eirik Eriksen Heen" userId="3e804305-1c07-417a-9ea8-d913585be88f" providerId="ADAL" clId="{1A8AB375-2C17-4B69-9219-6D6459D5CFE1}" dt="2026-10-06T18:23:57.860" v="1368" actId="478"/>
          <ac:picMkLst>
            <pc:docMk/>
            <pc:sldMk cId="1924744314" sldId="4853"/>
            <ac:picMk id="9" creationId="{90C3988A-244F-9090-F65C-8C60D2BA5F06}"/>
          </ac:picMkLst>
        </pc:picChg>
        <pc:picChg chg="add mod">
          <ac:chgData name="Eirik Eriksen Heen" userId="3e804305-1c07-417a-9ea8-d913585be88f" providerId="ADAL" clId="{1A8AB375-2C17-4B69-9219-6D6459D5CFE1}" dt="2026-10-06T18:24:06.614" v="1374" actId="14100"/>
          <ac:picMkLst>
            <pc:docMk/>
            <pc:sldMk cId="1924744314" sldId="4853"/>
            <ac:picMk id="11" creationId="{88BCC03C-6F24-5F6A-84C2-27989B93D945}"/>
          </ac:picMkLst>
        </pc:picChg>
      </pc:sldChg>
      <pc:sldChg chg="modSp add mod ord">
        <pc:chgData name="Eirik Eriksen Heen" userId="3e804305-1c07-417a-9ea8-d913585be88f" providerId="ADAL" clId="{1A8AB375-2C17-4B69-9219-6D6459D5CFE1}" dt="2026-10-06T18:12:54.573" v="1330" actId="27636"/>
        <pc:sldMkLst>
          <pc:docMk/>
          <pc:sldMk cId="2448951654" sldId="4854"/>
        </pc:sldMkLst>
        <pc:spChg chg="mod">
          <ac:chgData name="Eirik Eriksen Heen" userId="3e804305-1c07-417a-9ea8-d913585be88f" providerId="ADAL" clId="{1A8AB375-2C17-4B69-9219-6D6459D5CFE1}" dt="2026-10-06T18:11:09.454" v="1327" actId="20577"/>
          <ac:spMkLst>
            <pc:docMk/>
            <pc:sldMk cId="2448951654" sldId="4854"/>
            <ac:spMk id="2" creationId="{E0B0639F-1C25-4CA7-94F4-D7EA5EDC7A9F}"/>
          </ac:spMkLst>
        </pc:spChg>
        <pc:spChg chg="mod">
          <ac:chgData name="Eirik Eriksen Heen" userId="3e804305-1c07-417a-9ea8-d913585be88f" providerId="ADAL" clId="{1A8AB375-2C17-4B69-9219-6D6459D5CFE1}" dt="2026-10-06T18:12:54.559" v="1329" actId="27636"/>
          <ac:spMkLst>
            <pc:docMk/>
            <pc:sldMk cId="2448951654" sldId="4854"/>
            <ac:spMk id="3" creationId="{B940C2C7-4C42-26DD-4FEC-BD62D63AF677}"/>
          </ac:spMkLst>
        </pc:spChg>
        <pc:spChg chg="mod">
          <ac:chgData name="Eirik Eriksen Heen" userId="3e804305-1c07-417a-9ea8-d913585be88f" providerId="ADAL" clId="{1A8AB375-2C17-4B69-9219-6D6459D5CFE1}" dt="2026-10-06T18:12:54.573" v="1330" actId="27636"/>
          <ac:spMkLst>
            <pc:docMk/>
            <pc:sldMk cId="2448951654" sldId="4854"/>
            <ac:spMk id="4" creationId="{01681BE7-D442-EE69-43DB-A78B87063474}"/>
          </ac:spMkLst>
        </pc:spChg>
      </pc:sldChg>
      <pc:sldChg chg="add del">
        <pc:chgData name="Eirik Eriksen Heen" userId="3e804305-1c07-417a-9ea8-d913585be88f" providerId="ADAL" clId="{1A8AB375-2C17-4B69-9219-6D6459D5CFE1}" dt="2026-10-06T18:04:44.897" v="1225"/>
        <pc:sldMkLst>
          <pc:docMk/>
          <pc:sldMk cId="3971806823" sldId="4854"/>
        </pc:sldMkLst>
      </pc:sldChg>
      <pc:sldChg chg="addSp modSp new mod">
        <pc:chgData name="Eirik Eriksen Heen" userId="3e804305-1c07-417a-9ea8-d913585be88f" providerId="ADAL" clId="{1A8AB375-2C17-4B69-9219-6D6459D5CFE1}" dt="2026-10-06T18:23:32.405" v="1367" actId="1076"/>
        <pc:sldMkLst>
          <pc:docMk/>
          <pc:sldMk cId="1030135545" sldId="4855"/>
        </pc:sldMkLst>
        <pc:spChg chg="mod">
          <ac:chgData name="Eirik Eriksen Heen" userId="3e804305-1c07-417a-9ea8-d913585be88f" providerId="ADAL" clId="{1A8AB375-2C17-4B69-9219-6D6459D5CFE1}" dt="2026-10-06T18:23:06.678" v="1362"/>
          <ac:spMkLst>
            <pc:docMk/>
            <pc:sldMk cId="1030135545" sldId="4855"/>
            <ac:spMk id="2" creationId="{7D7577D4-766A-E33C-639A-308511143E1D}"/>
          </ac:spMkLst>
        </pc:spChg>
        <pc:spChg chg="mod">
          <ac:chgData name="Eirik Eriksen Heen" userId="3e804305-1c07-417a-9ea8-d913585be88f" providerId="ADAL" clId="{1A8AB375-2C17-4B69-9219-6D6459D5CFE1}" dt="2026-10-06T18:23:12.679" v="1363"/>
          <ac:spMkLst>
            <pc:docMk/>
            <pc:sldMk cId="1030135545" sldId="4855"/>
            <ac:spMk id="3" creationId="{837CBB85-EF59-063C-9967-27C6DC88E00D}"/>
          </ac:spMkLst>
        </pc:spChg>
        <pc:spChg chg="add mod">
          <ac:chgData name="Eirik Eriksen Heen" userId="3e804305-1c07-417a-9ea8-d913585be88f" providerId="ADAL" clId="{1A8AB375-2C17-4B69-9219-6D6459D5CFE1}" dt="2026-10-06T18:23:32.405" v="1367" actId="1076"/>
          <ac:spMkLst>
            <pc:docMk/>
            <pc:sldMk cId="1030135545" sldId="4855"/>
            <ac:spMk id="5" creationId="{B32E1290-9BCF-E135-FEBE-348E87C732DB}"/>
          </ac:spMkLst>
        </pc:spChg>
      </pc:sldChg>
      <pc:sldChg chg="addSp delSp modSp new mod modClrScheme chgLayout">
        <pc:chgData name="Eirik Eriksen Heen" userId="3e804305-1c07-417a-9ea8-d913585be88f" providerId="ADAL" clId="{1A8AB375-2C17-4B69-9219-6D6459D5CFE1}" dt="2026-10-06T18:31:32.130" v="1432" actId="20577"/>
        <pc:sldMkLst>
          <pc:docMk/>
          <pc:sldMk cId="492360864" sldId="4856"/>
        </pc:sldMkLst>
        <pc:spChg chg="mod ord">
          <ac:chgData name="Eirik Eriksen Heen" userId="3e804305-1c07-417a-9ea8-d913585be88f" providerId="ADAL" clId="{1A8AB375-2C17-4B69-9219-6D6459D5CFE1}" dt="2026-10-06T18:29:12.352" v="1384" actId="700"/>
          <ac:spMkLst>
            <pc:docMk/>
            <pc:sldMk cId="492360864" sldId="4856"/>
            <ac:spMk id="2" creationId="{81347231-AB28-2547-E13D-78E49FE502E4}"/>
          </ac:spMkLst>
        </pc:spChg>
        <pc:spChg chg="del mod ord">
          <ac:chgData name="Eirik Eriksen Heen" userId="3e804305-1c07-417a-9ea8-d913585be88f" providerId="ADAL" clId="{1A8AB375-2C17-4B69-9219-6D6459D5CFE1}" dt="2026-10-06T18:29:12.352" v="1384" actId="700"/>
          <ac:spMkLst>
            <pc:docMk/>
            <pc:sldMk cId="492360864" sldId="4856"/>
            <ac:spMk id="3" creationId="{E9CFEBA5-4EA6-0E77-EE13-8E9532431E04}"/>
          </ac:spMkLst>
        </pc:spChg>
        <pc:spChg chg="add mod ord">
          <ac:chgData name="Eirik Eriksen Heen" userId="3e804305-1c07-417a-9ea8-d913585be88f" providerId="ADAL" clId="{1A8AB375-2C17-4B69-9219-6D6459D5CFE1}" dt="2026-10-06T18:31:32.130" v="1432" actId="20577"/>
          <ac:spMkLst>
            <pc:docMk/>
            <pc:sldMk cId="492360864" sldId="4856"/>
            <ac:spMk id="4" creationId="{9B894771-6889-F7E2-1A89-1EA5E45DABDF}"/>
          </ac:spMkLst>
        </pc:spChg>
        <pc:spChg chg="add del mod ord">
          <ac:chgData name="Eirik Eriksen Heen" userId="3e804305-1c07-417a-9ea8-d913585be88f" providerId="ADAL" clId="{1A8AB375-2C17-4B69-9219-6D6459D5CFE1}" dt="2026-10-06T18:30:48.447" v="1424" actId="478"/>
          <ac:spMkLst>
            <pc:docMk/>
            <pc:sldMk cId="492360864" sldId="4856"/>
            <ac:spMk id="5" creationId="{1AF45972-2C2A-74C6-9B1E-2B8757A09F38}"/>
          </ac:spMkLst>
        </pc:spChg>
        <pc:picChg chg="add mod">
          <ac:chgData name="Eirik Eriksen Heen" userId="3e804305-1c07-417a-9ea8-d913585be88f" providerId="ADAL" clId="{1A8AB375-2C17-4B69-9219-6D6459D5CFE1}" dt="2026-10-06T18:31:01.952" v="1430" actId="1076"/>
          <ac:picMkLst>
            <pc:docMk/>
            <pc:sldMk cId="492360864" sldId="4856"/>
            <ac:picMk id="7" creationId="{1CBC57AC-8264-E2A2-5936-9FDB4518F0F5}"/>
          </ac:picMkLst>
        </pc:picChg>
      </pc:sldChg>
      <pc:sldChg chg="modSp new mod">
        <pc:chgData name="Eirik Eriksen Heen" userId="3e804305-1c07-417a-9ea8-d913585be88f" providerId="ADAL" clId="{1A8AB375-2C17-4B69-9219-6D6459D5CFE1}" dt="2026-10-06T18:27:27.934" v="1380" actId="1076"/>
        <pc:sldMkLst>
          <pc:docMk/>
          <pc:sldMk cId="2297052440" sldId="4857"/>
        </pc:sldMkLst>
        <pc:spChg chg="mod">
          <ac:chgData name="Eirik Eriksen Heen" userId="3e804305-1c07-417a-9ea8-d913585be88f" providerId="ADAL" clId="{1A8AB375-2C17-4B69-9219-6D6459D5CFE1}" dt="2026-10-06T18:27:27.934" v="1380" actId="1076"/>
          <ac:spMkLst>
            <pc:docMk/>
            <pc:sldMk cId="2297052440" sldId="4857"/>
            <ac:spMk id="2" creationId="{1F7186A8-9FE4-1062-3BBD-13E4FF72FF97}"/>
          </ac:spMkLst>
        </pc:spChg>
      </pc:sldChg>
      <pc:sldChg chg="add del">
        <pc:chgData name="Eirik Eriksen Heen" userId="3e804305-1c07-417a-9ea8-d913585be88f" providerId="ADAL" clId="{1A8AB375-2C17-4B69-9219-6D6459D5CFE1}" dt="2026-10-06T18:27:15.826" v="1377"/>
        <pc:sldMkLst>
          <pc:docMk/>
          <pc:sldMk cId="3684496388" sldId="4857"/>
        </pc:sldMkLst>
      </pc:sldChg>
      <pc:sldChg chg="addSp delSp modSp new mod modClrScheme chgLayout">
        <pc:chgData name="Eirik Eriksen Heen" userId="3e804305-1c07-417a-9ea8-d913585be88f" providerId="ADAL" clId="{1A8AB375-2C17-4B69-9219-6D6459D5CFE1}" dt="2026-10-06T18:38:34.685" v="1453" actId="1076"/>
        <pc:sldMkLst>
          <pc:docMk/>
          <pc:sldMk cId="4185325113" sldId="4858"/>
        </pc:sldMkLst>
        <pc:spChg chg="del">
          <ac:chgData name="Eirik Eriksen Heen" userId="3e804305-1c07-417a-9ea8-d913585be88f" providerId="ADAL" clId="{1A8AB375-2C17-4B69-9219-6D6459D5CFE1}" dt="2026-10-06T18:36:29.787" v="1435" actId="26606"/>
          <ac:spMkLst>
            <pc:docMk/>
            <pc:sldMk cId="4185325113" sldId="4858"/>
            <ac:spMk id="2" creationId="{0C17F6A0-C5D7-2C21-8CAF-B9BC70F7B505}"/>
          </ac:spMkLst>
        </pc:spChg>
        <pc:spChg chg="del">
          <ac:chgData name="Eirik Eriksen Heen" userId="3e804305-1c07-417a-9ea8-d913585be88f" providerId="ADAL" clId="{1A8AB375-2C17-4B69-9219-6D6459D5CFE1}" dt="2026-10-06T18:36:29.787" v="1435" actId="26606"/>
          <ac:spMkLst>
            <pc:docMk/>
            <pc:sldMk cId="4185325113" sldId="4858"/>
            <ac:spMk id="3" creationId="{96E92AFE-2288-6D40-A003-BADF01B53F50}"/>
          </ac:spMkLst>
        </pc:spChg>
        <pc:spChg chg="del">
          <ac:chgData name="Eirik Eriksen Heen" userId="3e804305-1c07-417a-9ea8-d913585be88f" providerId="ADAL" clId="{1A8AB375-2C17-4B69-9219-6D6459D5CFE1}" dt="2026-10-06T18:36:29.787" v="1435" actId="26606"/>
          <ac:spMkLst>
            <pc:docMk/>
            <pc:sldMk cId="4185325113" sldId="4858"/>
            <ac:spMk id="4" creationId="{D269A63E-D900-747C-1401-BA3CA65237EB}"/>
          </ac:spMkLst>
        </pc:spChg>
        <pc:spChg chg="add mod">
          <ac:chgData name="Eirik Eriksen Heen" userId="3e804305-1c07-417a-9ea8-d913585be88f" providerId="ADAL" clId="{1A8AB375-2C17-4B69-9219-6D6459D5CFE1}" dt="2026-10-06T18:38:34.685" v="1453" actId="1076"/>
          <ac:spMkLst>
            <pc:docMk/>
            <pc:sldMk cId="4185325113" sldId="4858"/>
            <ac:spMk id="8" creationId="{D70E43D8-B7E8-4D23-CED5-A9692C0F415A}"/>
          </ac:spMkLst>
        </pc:spChg>
        <pc:spChg chg="add mod">
          <ac:chgData name="Eirik Eriksen Heen" userId="3e804305-1c07-417a-9ea8-d913585be88f" providerId="ADAL" clId="{1A8AB375-2C17-4B69-9219-6D6459D5CFE1}" dt="2026-10-06T18:36:37.659" v="1436"/>
          <ac:spMkLst>
            <pc:docMk/>
            <pc:sldMk cId="4185325113" sldId="4858"/>
            <ac:spMk id="11" creationId="{B35F2D3F-A028-8556-0D32-02C253727409}"/>
          </ac:spMkLst>
        </pc:spChg>
        <pc:picChg chg="add mod">
          <ac:chgData name="Eirik Eriksen Heen" userId="3e804305-1c07-417a-9ea8-d913585be88f" providerId="ADAL" clId="{1A8AB375-2C17-4B69-9219-6D6459D5CFE1}" dt="2026-10-06T18:36:41.022" v="1437" actId="1076"/>
          <ac:picMkLst>
            <pc:docMk/>
            <pc:sldMk cId="4185325113" sldId="4858"/>
            <ac:picMk id="6" creationId="{9F54678A-CB56-633A-1CE0-E852F8C05EB1}"/>
          </ac:picMkLst>
        </pc:picChg>
      </pc:sldChg>
      <pc:sldChg chg="addSp modSp new mod">
        <pc:chgData name="Eirik Eriksen Heen" userId="3e804305-1c07-417a-9ea8-d913585be88f" providerId="ADAL" clId="{1A8AB375-2C17-4B69-9219-6D6459D5CFE1}" dt="2026-10-06T18:40:47.816" v="1490" actId="1076"/>
        <pc:sldMkLst>
          <pc:docMk/>
          <pc:sldMk cId="150485239" sldId="4859"/>
        </pc:sldMkLst>
        <pc:spChg chg="mod">
          <ac:chgData name="Eirik Eriksen Heen" userId="3e804305-1c07-417a-9ea8-d913585be88f" providerId="ADAL" clId="{1A8AB375-2C17-4B69-9219-6D6459D5CFE1}" dt="2026-10-06T18:39:05.935" v="1455"/>
          <ac:spMkLst>
            <pc:docMk/>
            <pc:sldMk cId="150485239" sldId="4859"/>
            <ac:spMk id="2" creationId="{1E9B0035-A7CB-61D6-6736-EFA247A1A45B}"/>
          </ac:spMkLst>
        </pc:spChg>
        <pc:spChg chg="mod">
          <ac:chgData name="Eirik Eriksen Heen" userId="3e804305-1c07-417a-9ea8-d913585be88f" providerId="ADAL" clId="{1A8AB375-2C17-4B69-9219-6D6459D5CFE1}" dt="2026-10-06T18:40:31.167" v="1486" actId="1076"/>
          <ac:spMkLst>
            <pc:docMk/>
            <pc:sldMk cId="150485239" sldId="4859"/>
            <ac:spMk id="3" creationId="{CCF2D863-99F4-7325-C016-3C39A3C125FC}"/>
          </ac:spMkLst>
        </pc:spChg>
        <pc:spChg chg="add mod">
          <ac:chgData name="Eirik Eriksen Heen" userId="3e804305-1c07-417a-9ea8-d913585be88f" providerId="ADAL" clId="{1A8AB375-2C17-4B69-9219-6D6459D5CFE1}" dt="2026-10-06T18:40:47.816" v="1490" actId="1076"/>
          <ac:spMkLst>
            <pc:docMk/>
            <pc:sldMk cId="150485239" sldId="4859"/>
            <ac:spMk id="5" creationId="{5C12288D-10A5-EB24-576D-8DCA222CFBEF}"/>
          </ac:spMkLst>
        </pc:spChg>
      </pc:sldChg>
      <pc:sldChg chg="modSp new mod">
        <pc:chgData name="Eirik Eriksen Heen" userId="3e804305-1c07-417a-9ea8-d913585be88f" providerId="ADAL" clId="{1A8AB375-2C17-4B69-9219-6D6459D5CFE1}" dt="2026-10-06T18:57:11.586" v="1543" actId="1076"/>
        <pc:sldMkLst>
          <pc:docMk/>
          <pc:sldMk cId="153014806" sldId="4860"/>
        </pc:sldMkLst>
        <pc:spChg chg="mod">
          <ac:chgData name="Eirik Eriksen Heen" userId="3e804305-1c07-417a-9ea8-d913585be88f" providerId="ADAL" clId="{1A8AB375-2C17-4B69-9219-6D6459D5CFE1}" dt="2026-10-06T18:57:11.586" v="1543" actId="1076"/>
          <ac:spMkLst>
            <pc:docMk/>
            <pc:sldMk cId="153014806" sldId="4860"/>
            <ac:spMk id="2" creationId="{D74CEC7C-49B2-33EB-35CD-6343023D1748}"/>
          </ac:spMkLst>
        </pc:spChg>
      </pc:sldChg>
      <pc:sldChg chg="addSp delSp modSp new mod">
        <pc:chgData name="Eirik Eriksen Heen" userId="3e804305-1c07-417a-9ea8-d913585be88f" providerId="ADAL" clId="{1A8AB375-2C17-4B69-9219-6D6459D5CFE1}" dt="2026-10-06T19:09:30.413" v="1578" actId="1076"/>
        <pc:sldMkLst>
          <pc:docMk/>
          <pc:sldMk cId="1811759193" sldId="4861"/>
        </pc:sldMkLst>
        <pc:spChg chg="mod">
          <ac:chgData name="Eirik Eriksen Heen" userId="3e804305-1c07-417a-9ea8-d913585be88f" providerId="ADAL" clId="{1A8AB375-2C17-4B69-9219-6D6459D5CFE1}" dt="2026-10-06T18:58:18.559" v="1548" actId="20577"/>
          <ac:spMkLst>
            <pc:docMk/>
            <pc:sldMk cId="1811759193" sldId="4861"/>
            <ac:spMk id="2" creationId="{8E82E2E7-8206-2D5D-3F6C-F9A2CBE9834B}"/>
          </ac:spMkLst>
        </pc:spChg>
        <pc:spChg chg="mod">
          <ac:chgData name="Eirik Eriksen Heen" userId="3e804305-1c07-417a-9ea8-d913585be88f" providerId="ADAL" clId="{1A8AB375-2C17-4B69-9219-6D6459D5CFE1}" dt="2026-10-06T19:08:10.361" v="1565" actId="14100"/>
          <ac:spMkLst>
            <pc:docMk/>
            <pc:sldMk cId="1811759193" sldId="4861"/>
            <ac:spMk id="3" creationId="{DB7C0AF4-AD1C-4401-9230-320F9B6A1548}"/>
          </ac:spMkLst>
        </pc:spChg>
        <pc:spChg chg="add mod">
          <ac:chgData name="Eirik Eriksen Heen" userId="3e804305-1c07-417a-9ea8-d913585be88f" providerId="ADAL" clId="{1A8AB375-2C17-4B69-9219-6D6459D5CFE1}" dt="2026-10-06T19:08:07.045" v="1564" actId="1076"/>
          <ac:spMkLst>
            <pc:docMk/>
            <pc:sldMk cId="1811759193" sldId="4861"/>
            <ac:spMk id="5" creationId="{31EB9569-07A1-0AEA-851F-95FA8DB43A2F}"/>
          </ac:spMkLst>
        </pc:spChg>
        <pc:spChg chg="add del mod">
          <ac:chgData name="Eirik Eriksen Heen" userId="3e804305-1c07-417a-9ea8-d913585be88f" providerId="ADAL" clId="{1A8AB375-2C17-4B69-9219-6D6459D5CFE1}" dt="2026-10-06T19:08:48.766" v="1573" actId="22"/>
          <ac:spMkLst>
            <pc:docMk/>
            <pc:sldMk cId="1811759193" sldId="4861"/>
            <ac:spMk id="9" creationId="{1865E3D0-3171-4F5A-43B4-B3C9E24BF1AE}"/>
          </ac:spMkLst>
        </pc:spChg>
        <pc:spChg chg="add del mod">
          <ac:chgData name="Eirik Eriksen Heen" userId="3e804305-1c07-417a-9ea8-d913585be88f" providerId="ADAL" clId="{1A8AB375-2C17-4B69-9219-6D6459D5CFE1}" dt="2026-10-06T19:08:48.766" v="1573" actId="22"/>
          <ac:spMkLst>
            <pc:docMk/>
            <pc:sldMk cId="1811759193" sldId="4861"/>
            <ac:spMk id="11" creationId="{D8C887D9-FFD4-6310-AAD0-2056BCF4911B}"/>
          </ac:spMkLst>
        </pc:spChg>
        <pc:spChg chg="add del mod">
          <ac:chgData name="Eirik Eriksen Heen" userId="3e804305-1c07-417a-9ea8-d913585be88f" providerId="ADAL" clId="{1A8AB375-2C17-4B69-9219-6D6459D5CFE1}" dt="2026-10-06T19:08:48.766" v="1573" actId="22"/>
          <ac:spMkLst>
            <pc:docMk/>
            <pc:sldMk cId="1811759193" sldId="4861"/>
            <ac:spMk id="13" creationId="{2C6E1604-1B5C-3AB4-B253-5FEAABADB589}"/>
          </ac:spMkLst>
        </pc:spChg>
        <pc:spChg chg="add del mod">
          <ac:chgData name="Eirik Eriksen Heen" userId="3e804305-1c07-417a-9ea8-d913585be88f" providerId="ADAL" clId="{1A8AB375-2C17-4B69-9219-6D6459D5CFE1}" dt="2026-10-06T19:08:48.766" v="1573" actId="22"/>
          <ac:spMkLst>
            <pc:docMk/>
            <pc:sldMk cId="1811759193" sldId="4861"/>
            <ac:spMk id="15" creationId="{EA653BC2-F7D1-E655-DD8A-17FA6CB2ADEA}"/>
          </ac:spMkLst>
        </pc:spChg>
        <pc:spChg chg="add del mod">
          <ac:chgData name="Eirik Eriksen Heen" userId="3e804305-1c07-417a-9ea8-d913585be88f" providerId="ADAL" clId="{1A8AB375-2C17-4B69-9219-6D6459D5CFE1}" dt="2026-10-06T19:08:48.766" v="1573" actId="22"/>
          <ac:spMkLst>
            <pc:docMk/>
            <pc:sldMk cId="1811759193" sldId="4861"/>
            <ac:spMk id="17" creationId="{570669CA-9929-E34D-4F1E-4D82684AB3D7}"/>
          </ac:spMkLst>
        </pc:spChg>
        <pc:spChg chg="add del mod">
          <ac:chgData name="Eirik Eriksen Heen" userId="3e804305-1c07-417a-9ea8-d913585be88f" providerId="ADAL" clId="{1A8AB375-2C17-4B69-9219-6D6459D5CFE1}" dt="2026-10-06T19:08:48.766" v="1573" actId="22"/>
          <ac:spMkLst>
            <pc:docMk/>
            <pc:sldMk cId="1811759193" sldId="4861"/>
            <ac:spMk id="19" creationId="{45E06295-36B8-3F9A-C3E1-B0FD42A71DC0}"/>
          </ac:spMkLst>
        </pc:spChg>
        <pc:spChg chg="add del mod">
          <ac:chgData name="Eirik Eriksen Heen" userId="3e804305-1c07-417a-9ea8-d913585be88f" providerId="ADAL" clId="{1A8AB375-2C17-4B69-9219-6D6459D5CFE1}" dt="2026-10-06T19:08:48.766" v="1573" actId="22"/>
          <ac:spMkLst>
            <pc:docMk/>
            <pc:sldMk cId="1811759193" sldId="4861"/>
            <ac:spMk id="21" creationId="{6EBC8A86-DA43-18DE-C6CC-B70362DD0C53}"/>
          </ac:spMkLst>
        </pc:spChg>
        <pc:picChg chg="add del mod">
          <ac:chgData name="Eirik Eriksen Heen" userId="3e804305-1c07-417a-9ea8-d913585be88f" providerId="ADAL" clId="{1A8AB375-2C17-4B69-9219-6D6459D5CFE1}" dt="2026-10-06T19:08:48.766" v="1573" actId="22"/>
          <ac:picMkLst>
            <pc:docMk/>
            <pc:sldMk cId="1811759193" sldId="4861"/>
            <ac:picMk id="7" creationId="{E474A51E-A5DC-6C40-D3D4-405DB11BFC34}"/>
          </ac:picMkLst>
        </pc:picChg>
        <pc:picChg chg="add mod">
          <ac:chgData name="Eirik Eriksen Heen" userId="3e804305-1c07-417a-9ea8-d913585be88f" providerId="ADAL" clId="{1A8AB375-2C17-4B69-9219-6D6459D5CFE1}" dt="2026-10-06T19:09:30.413" v="1578" actId="1076"/>
          <ac:picMkLst>
            <pc:docMk/>
            <pc:sldMk cId="1811759193" sldId="4861"/>
            <ac:picMk id="23" creationId="{88123589-0D90-F269-658C-B3BDC6468F4B}"/>
          </ac:picMkLst>
        </pc:picChg>
      </pc:sldChg>
      <pc:sldChg chg="addSp modSp new mod">
        <pc:chgData name="Eirik Eriksen Heen" userId="3e804305-1c07-417a-9ea8-d913585be88f" providerId="ADAL" clId="{1A8AB375-2C17-4B69-9219-6D6459D5CFE1}" dt="2026-10-06T19:10:01.034" v="1586" actId="14100"/>
        <pc:sldMkLst>
          <pc:docMk/>
          <pc:sldMk cId="3296326586" sldId="4862"/>
        </pc:sldMkLst>
        <pc:spChg chg="mod">
          <ac:chgData name="Eirik Eriksen Heen" userId="3e804305-1c07-417a-9ea8-d913585be88f" providerId="ADAL" clId="{1A8AB375-2C17-4B69-9219-6D6459D5CFE1}" dt="2026-10-06T18:59:18.170" v="1555"/>
          <ac:spMkLst>
            <pc:docMk/>
            <pc:sldMk cId="3296326586" sldId="4862"/>
            <ac:spMk id="2" creationId="{577C9E58-2B81-9B72-F3CA-AA82BF1D883C}"/>
          </ac:spMkLst>
        </pc:spChg>
        <pc:spChg chg="mod">
          <ac:chgData name="Eirik Eriksen Heen" userId="3e804305-1c07-417a-9ea8-d913585be88f" providerId="ADAL" clId="{1A8AB375-2C17-4B69-9219-6D6459D5CFE1}" dt="2026-10-06T19:10:01.034" v="1586" actId="14100"/>
          <ac:spMkLst>
            <pc:docMk/>
            <pc:sldMk cId="3296326586" sldId="4862"/>
            <ac:spMk id="3" creationId="{1EEB20B2-30C2-FA20-6121-1B1950A43300}"/>
          </ac:spMkLst>
        </pc:spChg>
        <pc:spChg chg="add mod">
          <ac:chgData name="Eirik Eriksen Heen" userId="3e804305-1c07-417a-9ea8-d913585be88f" providerId="ADAL" clId="{1A8AB375-2C17-4B69-9219-6D6459D5CFE1}" dt="2026-10-06T18:59:52.203" v="1563"/>
          <ac:spMkLst>
            <pc:docMk/>
            <pc:sldMk cId="3296326586" sldId="4862"/>
            <ac:spMk id="5" creationId="{80E75C93-1B67-B461-353B-D9E72C39DEF6}"/>
          </ac:spMkLst>
        </pc:spChg>
        <pc:picChg chg="add mod">
          <ac:chgData name="Eirik Eriksen Heen" userId="3e804305-1c07-417a-9ea8-d913585be88f" providerId="ADAL" clId="{1A8AB375-2C17-4B69-9219-6D6459D5CFE1}" dt="2026-10-06T19:09:44.060" v="1583" actId="1076"/>
          <ac:picMkLst>
            <pc:docMk/>
            <pc:sldMk cId="3296326586" sldId="4862"/>
            <ac:picMk id="7" creationId="{D324FF5F-32B6-1D6E-6BA9-FDEE369D9961}"/>
          </ac:picMkLst>
        </pc:picChg>
      </pc:sldChg>
      <pc:sldChg chg="addSp modSp new mod">
        <pc:chgData name="Eirik Eriksen Heen" userId="3e804305-1c07-417a-9ea8-d913585be88f" providerId="ADAL" clId="{1A8AB375-2C17-4B69-9219-6D6459D5CFE1}" dt="2026-10-06T19:12:13.712" v="1595"/>
        <pc:sldMkLst>
          <pc:docMk/>
          <pc:sldMk cId="3642328099" sldId="4863"/>
        </pc:sldMkLst>
        <pc:spChg chg="mod">
          <ac:chgData name="Eirik Eriksen Heen" userId="3e804305-1c07-417a-9ea8-d913585be88f" providerId="ADAL" clId="{1A8AB375-2C17-4B69-9219-6D6459D5CFE1}" dt="2026-10-06T19:10:32.727" v="1588"/>
          <ac:spMkLst>
            <pc:docMk/>
            <pc:sldMk cId="3642328099" sldId="4863"/>
            <ac:spMk id="2" creationId="{E0362F0F-0DA7-4FA8-BE46-D6E429ED78D0}"/>
          </ac:spMkLst>
        </pc:spChg>
        <pc:spChg chg="mod">
          <ac:chgData name="Eirik Eriksen Heen" userId="3e804305-1c07-417a-9ea8-d913585be88f" providerId="ADAL" clId="{1A8AB375-2C17-4B69-9219-6D6459D5CFE1}" dt="2026-10-06T19:11:18.702" v="1593" actId="5793"/>
          <ac:spMkLst>
            <pc:docMk/>
            <pc:sldMk cId="3642328099" sldId="4863"/>
            <ac:spMk id="3" creationId="{C661C5AF-9240-D82C-3413-BBB4B08FCCF4}"/>
          </ac:spMkLst>
        </pc:spChg>
        <pc:spChg chg="add mod">
          <ac:chgData name="Eirik Eriksen Heen" userId="3e804305-1c07-417a-9ea8-d913585be88f" providerId="ADAL" clId="{1A8AB375-2C17-4B69-9219-6D6459D5CFE1}" dt="2026-10-06T19:12:13.712" v="1595"/>
          <ac:spMkLst>
            <pc:docMk/>
            <pc:sldMk cId="3642328099" sldId="4863"/>
            <ac:spMk id="5" creationId="{DF3FF050-EAE8-9A0B-E2F7-A205E3AFB05E}"/>
          </ac:spMkLst>
        </pc:spChg>
      </pc:sldChg>
      <pc:sldChg chg="addSp modSp new mod modClrScheme chgLayout">
        <pc:chgData name="Eirik Eriksen Heen" userId="3e804305-1c07-417a-9ea8-d913585be88f" providerId="ADAL" clId="{1A8AB375-2C17-4B69-9219-6D6459D5CFE1}" dt="2026-10-06T19:15:40.439" v="1612" actId="5793"/>
        <pc:sldMkLst>
          <pc:docMk/>
          <pc:sldMk cId="1547483415" sldId="4864"/>
        </pc:sldMkLst>
        <pc:spChg chg="mod ord">
          <ac:chgData name="Eirik Eriksen Heen" userId="3e804305-1c07-417a-9ea8-d913585be88f" providerId="ADAL" clId="{1A8AB375-2C17-4B69-9219-6D6459D5CFE1}" dt="2026-10-06T19:15:14.352" v="1601" actId="700"/>
          <ac:spMkLst>
            <pc:docMk/>
            <pc:sldMk cId="1547483415" sldId="4864"/>
            <ac:spMk id="2" creationId="{43D5BA6F-8F08-1703-C7EE-50E9948E8FFD}"/>
          </ac:spMkLst>
        </pc:spChg>
        <pc:spChg chg="mod ord">
          <ac:chgData name="Eirik Eriksen Heen" userId="3e804305-1c07-417a-9ea8-d913585be88f" providerId="ADAL" clId="{1A8AB375-2C17-4B69-9219-6D6459D5CFE1}" dt="2026-10-06T19:15:25.435" v="1609" actId="5793"/>
          <ac:spMkLst>
            <pc:docMk/>
            <pc:sldMk cId="1547483415" sldId="4864"/>
            <ac:spMk id="3" creationId="{C4AC3A58-12A8-8B83-B657-6592A8059DB0}"/>
          </ac:spMkLst>
        </pc:spChg>
        <pc:spChg chg="add mod ord">
          <ac:chgData name="Eirik Eriksen Heen" userId="3e804305-1c07-417a-9ea8-d913585be88f" providerId="ADAL" clId="{1A8AB375-2C17-4B69-9219-6D6459D5CFE1}" dt="2026-10-06T19:15:40.439" v="1612" actId="5793"/>
          <ac:spMkLst>
            <pc:docMk/>
            <pc:sldMk cId="1547483415" sldId="4864"/>
            <ac:spMk id="4" creationId="{20164AF2-CEB3-F82F-8616-2F6C24700DB9}"/>
          </ac:spMkLst>
        </pc:spChg>
      </pc:sldChg>
      <pc:sldChg chg="new del">
        <pc:chgData name="Eirik Eriksen Heen" userId="3e804305-1c07-417a-9ea8-d913585be88f" providerId="ADAL" clId="{1A8AB375-2C17-4B69-9219-6D6459D5CFE1}" dt="2026-10-06T19:27:57.306" v="1617" actId="47"/>
        <pc:sldMkLst>
          <pc:docMk/>
          <pc:sldMk cId="509937648" sldId="4865"/>
        </pc:sldMkLst>
      </pc:sldChg>
      <pc:sldChg chg="new del">
        <pc:chgData name="Eirik Eriksen Heen" userId="3e804305-1c07-417a-9ea8-d913585be88f" providerId="ADAL" clId="{1A8AB375-2C17-4B69-9219-6D6459D5CFE1}" dt="2026-10-06T19:27:57.306" v="1617" actId="47"/>
        <pc:sldMkLst>
          <pc:docMk/>
          <pc:sldMk cId="1115180089" sldId="4866"/>
        </pc:sldMkLst>
      </pc:sldChg>
      <pc:sldChg chg="modSp new mod">
        <pc:chgData name="Eirik Eriksen Heen" userId="3e804305-1c07-417a-9ea8-d913585be88f" providerId="ADAL" clId="{1A8AB375-2C17-4B69-9219-6D6459D5CFE1}" dt="2026-10-06T19:28:39.318" v="1649" actId="20577"/>
        <pc:sldMkLst>
          <pc:docMk/>
          <pc:sldMk cId="2544425283" sldId="4867"/>
        </pc:sldMkLst>
        <pc:spChg chg="mod">
          <ac:chgData name="Eirik Eriksen Heen" userId="3e804305-1c07-417a-9ea8-d913585be88f" providerId="ADAL" clId="{1A8AB375-2C17-4B69-9219-6D6459D5CFE1}" dt="2026-10-06T19:28:39.318" v="1649" actId="20577"/>
          <ac:spMkLst>
            <pc:docMk/>
            <pc:sldMk cId="2544425283" sldId="4867"/>
            <ac:spMk id="2" creationId="{2B7AB0FE-C1CE-C88A-FCC6-9F002E12113B}"/>
          </ac:spMkLst>
        </pc:spChg>
      </pc:sldChg>
      <pc:sldChg chg="addSp modSp new mod">
        <pc:chgData name="Eirik Eriksen Heen" userId="3e804305-1c07-417a-9ea8-d913585be88f" providerId="ADAL" clId="{1A8AB375-2C17-4B69-9219-6D6459D5CFE1}" dt="2026-10-06T19:29:19.847" v="1662" actId="1076"/>
        <pc:sldMkLst>
          <pc:docMk/>
          <pc:sldMk cId="1553238977" sldId="4868"/>
        </pc:sldMkLst>
        <pc:spChg chg="mod">
          <ac:chgData name="Eirik Eriksen Heen" userId="3e804305-1c07-417a-9ea8-d913585be88f" providerId="ADAL" clId="{1A8AB375-2C17-4B69-9219-6D6459D5CFE1}" dt="2026-10-06T19:28:51.985" v="1653"/>
          <ac:spMkLst>
            <pc:docMk/>
            <pc:sldMk cId="1553238977" sldId="4868"/>
            <ac:spMk id="2" creationId="{59CBF739-F6FA-1A51-4345-6F892D9DE6AB}"/>
          </ac:spMkLst>
        </pc:spChg>
        <pc:spChg chg="mod">
          <ac:chgData name="Eirik Eriksen Heen" userId="3e804305-1c07-417a-9ea8-d913585be88f" providerId="ADAL" clId="{1A8AB375-2C17-4B69-9219-6D6459D5CFE1}" dt="2026-10-06T19:28:58.737" v="1655" actId="21"/>
          <ac:spMkLst>
            <pc:docMk/>
            <pc:sldMk cId="1553238977" sldId="4868"/>
            <ac:spMk id="3" creationId="{1E26A030-BC33-2443-DF13-31B03F3E6212}"/>
          </ac:spMkLst>
        </pc:spChg>
        <pc:spChg chg="add mod">
          <ac:chgData name="Eirik Eriksen Heen" userId="3e804305-1c07-417a-9ea8-d913585be88f" providerId="ADAL" clId="{1A8AB375-2C17-4B69-9219-6D6459D5CFE1}" dt="2026-10-06T19:29:19.847" v="1662" actId="1076"/>
          <ac:spMkLst>
            <pc:docMk/>
            <pc:sldMk cId="1553238977" sldId="4868"/>
            <ac:spMk id="5" creationId="{E37D4FCC-6E6F-8A80-0A8C-A03A1B6E9F14}"/>
          </ac:spMkLst>
        </pc:spChg>
      </pc:sldChg>
      <pc:sldChg chg="new del">
        <pc:chgData name="Eirik Eriksen Heen" userId="3e804305-1c07-417a-9ea8-d913585be88f" providerId="ADAL" clId="{1A8AB375-2C17-4B69-9219-6D6459D5CFE1}" dt="2026-10-06T19:28:44.901" v="1651" actId="680"/>
        <pc:sldMkLst>
          <pc:docMk/>
          <pc:sldMk cId="3549563345" sldId="4868"/>
        </pc:sldMkLst>
      </pc:sldChg>
      <pc:sldChg chg="addSp modSp add mod">
        <pc:chgData name="Eirik Eriksen Heen" userId="3e804305-1c07-417a-9ea8-d913585be88f" providerId="ADAL" clId="{1A8AB375-2C17-4B69-9219-6D6459D5CFE1}" dt="2026-10-06T19:30:18.007" v="1670" actId="1076"/>
        <pc:sldMkLst>
          <pc:docMk/>
          <pc:sldMk cId="3148941880" sldId="4869"/>
        </pc:sldMkLst>
        <pc:spChg chg="mod">
          <ac:chgData name="Eirik Eriksen Heen" userId="3e804305-1c07-417a-9ea8-d913585be88f" providerId="ADAL" clId="{1A8AB375-2C17-4B69-9219-6D6459D5CFE1}" dt="2026-10-06T19:29:51.911" v="1665"/>
          <ac:spMkLst>
            <pc:docMk/>
            <pc:sldMk cId="3148941880" sldId="4869"/>
            <ac:spMk id="2" creationId="{FB94C9B7-E6B6-98CB-8887-9A177D5D5A3B}"/>
          </ac:spMkLst>
        </pc:spChg>
        <pc:spChg chg="mod">
          <ac:chgData name="Eirik Eriksen Heen" userId="3e804305-1c07-417a-9ea8-d913585be88f" providerId="ADAL" clId="{1A8AB375-2C17-4B69-9219-6D6459D5CFE1}" dt="2026-10-06T19:30:11.810" v="1669"/>
          <ac:spMkLst>
            <pc:docMk/>
            <pc:sldMk cId="3148941880" sldId="4869"/>
            <ac:spMk id="3" creationId="{F78BADDF-1E40-7BB4-2CB8-6BF56CC1DB18}"/>
          </ac:spMkLst>
        </pc:spChg>
        <pc:spChg chg="mod">
          <ac:chgData name="Eirik Eriksen Heen" userId="3e804305-1c07-417a-9ea8-d913585be88f" providerId="ADAL" clId="{1A8AB375-2C17-4B69-9219-6D6459D5CFE1}" dt="2026-10-06T19:30:18.007" v="1670" actId="1076"/>
          <ac:spMkLst>
            <pc:docMk/>
            <pc:sldMk cId="3148941880" sldId="4869"/>
            <ac:spMk id="5" creationId="{D6A32A64-C2C4-8C31-21DA-2E0D60972A3F}"/>
          </ac:spMkLst>
        </pc:spChg>
        <pc:picChg chg="add">
          <ac:chgData name="Eirik Eriksen Heen" userId="3e804305-1c07-417a-9ea8-d913585be88f" providerId="ADAL" clId="{1A8AB375-2C17-4B69-9219-6D6459D5CFE1}" dt="2026-10-06T19:29:40.728" v="1664" actId="22"/>
          <ac:picMkLst>
            <pc:docMk/>
            <pc:sldMk cId="3148941880" sldId="4869"/>
            <ac:picMk id="6" creationId="{7BDF9875-FF87-7D47-9434-B394CE9BA6F5}"/>
          </ac:picMkLst>
        </pc:picChg>
        <pc:picChg chg="add">
          <ac:chgData name="Eirik Eriksen Heen" userId="3e804305-1c07-417a-9ea8-d913585be88f" providerId="ADAL" clId="{1A8AB375-2C17-4B69-9219-6D6459D5CFE1}" dt="2026-10-06T19:29:40.728" v="1664" actId="22"/>
          <ac:picMkLst>
            <pc:docMk/>
            <pc:sldMk cId="3148941880" sldId="4869"/>
            <ac:picMk id="8" creationId="{1CF1DBBF-BBCD-7C9C-9451-194243E4DB5D}"/>
          </ac:picMkLst>
        </pc:picChg>
      </pc:sldChg>
      <pc:sldChg chg="addSp delSp modSp new mod">
        <pc:chgData name="Eirik Eriksen Heen" userId="3e804305-1c07-417a-9ea8-d913585be88f" providerId="ADAL" clId="{1A8AB375-2C17-4B69-9219-6D6459D5CFE1}" dt="2026-10-06T19:34:35.949" v="1689" actId="1076"/>
        <pc:sldMkLst>
          <pc:docMk/>
          <pc:sldMk cId="1453216909" sldId="4870"/>
        </pc:sldMkLst>
        <pc:spChg chg="mod">
          <ac:chgData name="Eirik Eriksen Heen" userId="3e804305-1c07-417a-9ea8-d913585be88f" providerId="ADAL" clId="{1A8AB375-2C17-4B69-9219-6D6459D5CFE1}" dt="2026-10-06T19:34:10.338" v="1684"/>
          <ac:spMkLst>
            <pc:docMk/>
            <pc:sldMk cId="1453216909" sldId="4870"/>
            <ac:spMk id="2" creationId="{059DB3D0-ACB7-E6C6-8BCC-BC433BFD3804}"/>
          </ac:spMkLst>
        </pc:spChg>
        <pc:spChg chg="del">
          <ac:chgData name="Eirik Eriksen Heen" userId="3e804305-1c07-417a-9ea8-d913585be88f" providerId="ADAL" clId="{1A8AB375-2C17-4B69-9219-6D6459D5CFE1}" dt="2026-10-06T19:34:15.226" v="1685"/>
          <ac:spMkLst>
            <pc:docMk/>
            <pc:sldMk cId="1453216909" sldId="4870"/>
            <ac:spMk id="3" creationId="{84723CF8-90B5-DD1F-2DB9-F87B69B9B7D5}"/>
          </ac:spMkLst>
        </pc:spChg>
        <pc:graphicFrameChg chg="add mod modGraphic">
          <ac:chgData name="Eirik Eriksen Heen" userId="3e804305-1c07-417a-9ea8-d913585be88f" providerId="ADAL" clId="{1A8AB375-2C17-4B69-9219-6D6459D5CFE1}" dt="2026-10-06T19:34:35.949" v="1689" actId="1076"/>
          <ac:graphicFrameMkLst>
            <pc:docMk/>
            <pc:sldMk cId="1453216909" sldId="4870"/>
            <ac:graphicFrameMk id="4" creationId="{6B1E2EB7-0A2F-1F61-BB75-E0F8D8B3E638}"/>
          </ac:graphicFrameMkLst>
        </pc:graphicFrameChg>
      </pc:sldChg>
      <pc:sldChg chg="new del">
        <pc:chgData name="Eirik Eriksen Heen" userId="3e804305-1c07-417a-9ea8-d913585be88f" providerId="ADAL" clId="{1A8AB375-2C17-4B69-9219-6D6459D5CFE1}" dt="2026-10-06T19:40:03.719" v="1691" actId="2696"/>
        <pc:sldMkLst>
          <pc:docMk/>
          <pc:sldMk cId="3756137722" sldId="4871"/>
        </pc:sldMkLst>
      </pc:sldChg>
    </pc:docChg>
  </pc:docChgLst>
  <pc:docChgLst>
    <pc:chgData name="Eirik Eriksen Heen" userId="3e804305-1c07-417a-9ea8-d913585be88f" providerId="ADAL" clId="{86A7CD6A-BADF-46B5-A0EB-3EAA83991659}"/>
    <pc:docChg chg="modSld">
      <pc:chgData name="Eirik Eriksen Heen" userId="3e804305-1c07-417a-9ea8-d913585be88f" providerId="ADAL" clId="{86A7CD6A-BADF-46B5-A0EB-3EAA83991659}" dt="2026-10-06T07:50:18.545" v="0" actId="313"/>
      <pc:docMkLst>
        <pc:docMk/>
      </pc:docMkLst>
      <pc:sldChg chg="modSp">
        <pc:chgData name="Eirik Eriksen Heen" userId="3e804305-1c07-417a-9ea8-d913585be88f" providerId="ADAL" clId="{86A7CD6A-BADF-46B5-A0EB-3EAA83991659}" dt="2026-10-06T07:50:18.545" v="0" actId="313"/>
        <pc:sldMkLst>
          <pc:docMk/>
          <pc:sldMk cId="3282680096" sldId="4800"/>
        </pc:sldMkLst>
        <pc:spChg chg="mod">
          <ac:chgData name="Eirik Eriksen Heen" userId="3e804305-1c07-417a-9ea8-d913585be88f" providerId="ADAL" clId="{86A7CD6A-BADF-46B5-A0EB-3EAA83991659}" dt="2026-10-06T07:50:18.545" v="0" actId="313"/>
          <ac:spMkLst>
            <pc:docMk/>
            <pc:sldMk cId="3282680096" sldId="4800"/>
            <ac:spMk id="15" creationId="{ADBB5D67-57A3-77A3-7178-7FDF3357BB2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50899-3D14-4A38-B0C5-4D2CF77B5B8A}" type="datetimeFigureOut">
              <a:rPr lang="nb-NO" smtClean="0"/>
              <a:t>06.10.2026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35F46-3402-4F9A-A575-76C8BB429A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748143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1C9F6-E74F-4DA3-BC0D-CA7D0255F1B2}" type="datetimeFigureOut">
              <a:rPr lang="nb-NO" smtClean="0"/>
              <a:t>06.10.2026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4739E-9C57-4AE7-B15C-C6DCE23E91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2663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62656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b="1" dirty="0"/>
              <a:t>Snakkepunkt:</a:t>
            </a:r>
            <a:r>
              <a:rPr lang="nb-NO" dirty="0"/>
              <a:t> Hvis ressursen var uendelig (sol, vind), ville MUC =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4939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31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32358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Bruk og kast poser, til gjenbruksposer</a:t>
            </a:r>
          </a:p>
          <a:p>
            <a:r>
              <a:rPr lang="nb-NO" dirty="0"/>
              <a:t>Varme, Olje/ved til varmepumpe</a:t>
            </a:r>
          </a:p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32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13682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b="1" dirty="0"/>
              <a:t>Notater:</a:t>
            </a:r>
            <a:br>
              <a:rPr lang="nb-NO" dirty="0"/>
            </a:br>
            <a:r>
              <a:rPr lang="nb-NO" dirty="0"/>
              <a:t>Vis at </a:t>
            </a:r>
            <a:r>
              <a:rPr lang="nb-NO" dirty="0" err="1"/>
              <a:t>vekstbanen</a:t>
            </a:r>
            <a:r>
              <a:rPr lang="nb-NO" dirty="0"/>
              <a:t> var «eksport av naturkapital» uten investeringsplan for tiden etterpå.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41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85502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b="1" dirty="0"/>
              <a:t>Notater:</a:t>
            </a:r>
            <a:br>
              <a:rPr lang="nb-NO" dirty="0"/>
            </a:br>
            <a:r>
              <a:rPr lang="nb-NO" dirty="0"/>
              <a:t>Kontraster mot Alaska: inntekter brukt til konsum og prestisjeprosjekter, ikke til et varig fond.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42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82212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43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90486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61589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9677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067876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418764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34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2267822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895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76181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107526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905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2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1334680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4081405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709082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4270224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464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2108539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995541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884416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2573493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664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06.10.2026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094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06.10.2026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97610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06.10.2026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8861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06.10.2026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8254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4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791FC-E0EA-6C14-AC4A-823EDB6C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Sok-2302 </a:t>
            </a:r>
            <a:br>
              <a:rPr lang="nb-NO" dirty="0"/>
            </a:br>
            <a:r>
              <a:rPr lang="nb-NO" dirty="0"/>
              <a:t>Ikke fornybar ressurs allokering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138D2-D716-800C-7BD4-51214B3DFA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b-NO" dirty="0" err="1"/>
              <a:t>Tietenberg</a:t>
            </a:r>
            <a:r>
              <a:rPr lang="nb-NO" dirty="0"/>
              <a:t> &amp; Lewis </a:t>
            </a:r>
          </a:p>
          <a:p>
            <a:r>
              <a:rPr lang="nb-NO" dirty="0"/>
              <a:t>Kapittel 6</a:t>
            </a:r>
          </a:p>
          <a:p>
            <a:endParaRPr lang="nb-NO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60DF337-25AD-4C8F-F889-34F9AAC6B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b="1" dirty="0">
                <a:latin typeface="Arial"/>
                <a:cs typeface="Arial"/>
              </a:rPr>
              <a:t>Eirik Heen &amp; </a:t>
            </a:r>
            <a:r>
              <a:rPr lang="nb-NO" b="1" dirty="0" err="1">
                <a:latin typeface="Arial"/>
                <a:cs typeface="Arial"/>
              </a:rPr>
              <a:t>ChatGDP</a:t>
            </a:r>
            <a:endParaRPr lang="nb-NO" b="1" dirty="0">
              <a:latin typeface="Arial"/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D11E3-1ED0-02B1-5A28-928F899FCB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b-NO" dirty="0"/>
          </a:p>
        </p:txBody>
      </p:sp>
      <p:pic>
        <p:nvPicPr>
          <p:cNvPr id="8" name="Picture Placeholder 7" descr="Several oil rigs in a field&#10;&#10;AI-generated content may be incorrect.">
            <a:extLst>
              <a:ext uri="{FF2B5EF4-FFF2-40B4-BE49-F238E27FC236}">
                <a16:creationId xmlns:a16="http://schemas.microsoft.com/office/drawing/2014/main" id="{47306B4A-7B8B-F04E-B5D5-34AFCF7A7FF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86" r="269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0751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163E676-FA33-5BAF-A65F-B5FAE5CB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Ressursinntekter og hva vi etterlater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D4072D7-5A5F-79C9-256E-F16851B03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Forrige gang:</a:t>
            </a:r>
          </a:p>
          <a:p>
            <a:r>
              <a:rPr lang="nb-NO" dirty="0"/>
              <a:t>Dynamisk effektivitet</a:t>
            </a:r>
          </a:p>
          <a:p>
            <a:r>
              <a:rPr lang="nb-NO" dirty="0"/>
              <a:t>Marginal </a:t>
            </a:r>
            <a:r>
              <a:rPr lang="nb-NO" dirty="0" err="1"/>
              <a:t>user</a:t>
            </a:r>
            <a:r>
              <a:rPr lang="nb-NO" dirty="0"/>
              <a:t> </a:t>
            </a:r>
            <a:r>
              <a:rPr lang="nb-NO" dirty="0" err="1"/>
              <a:t>cost</a:t>
            </a:r>
            <a:r>
              <a:rPr lang="nb-NO" dirty="0"/>
              <a:t> (MUC)</a:t>
            </a:r>
          </a:p>
          <a:p>
            <a:r>
              <a:rPr lang="nb-NO" dirty="0"/>
              <a:t>Effektivitet versus bærekraft</a:t>
            </a:r>
          </a:p>
          <a:p>
            <a:r>
              <a:rPr lang="nb-NO" dirty="0" err="1"/>
              <a:t>Hartwick</a:t>
            </a:r>
            <a:r>
              <a:rPr lang="nb-NO" dirty="0"/>
              <a:t>-regelen</a:t>
            </a:r>
          </a:p>
          <a:p>
            <a:endParaRPr lang="nb-NO" dirty="0"/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48F8F298-B687-FA27-4448-9DC5D0C4B98F}"/>
              </a:ext>
            </a:extLst>
          </p:cNvPr>
          <p:cNvSpPr txBox="1"/>
          <p:nvPr/>
        </p:nvSpPr>
        <p:spPr>
          <a:xfrm>
            <a:off x="9431383" y="180459"/>
            <a:ext cx="251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Oppsummering </a:t>
            </a:r>
            <a:r>
              <a:rPr lang="nb-NO" dirty="0" err="1"/>
              <a:t>kap</a:t>
            </a:r>
            <a:r>
              <a:rPr lang="nb-NO" dirty="0"/>
              <a:t> 5.</a:t>
            </a:r>
          </a:p>
        </p:txBody>
      </p:sp>
      <p:sp>
        <p:nvSpPr>
          <p:cNvPr id="5" name="Rektangel: avrundede hjørner 4">
            <a:extLst>
              <a:ext uri="{FF2B5EF4-FFF2-40B4-BE49-F238E27FC236}">
                <a16:creationId xmlns:a16="http://schemas.microsoft.com/office/drawing/2014/main" id="{FFA6A126-9CC2-DCDA-A3D4-31CDC392958A}"/>
              </a:ext>
            </a:extLst>
          </p:cNvPr>
          <p:cNvSpPr/>
          <p:nvPr/>
        </p:nvSpPr>
        <p:spPr>
          <a:xfrm>
            <a:off x="838200" y="4912928"/>
            <a:ext cx="10515600" cy="11756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/>
              <a:t>I dag: Hvordan bestemmes selve uttaksbanen for en </a:t>
            </a:r>
            <a:r>
              <a:rPr lang="nb-NO" sz="2400" dirty="0" err="1"/>
              <a:t>uttømbar</a:t>
            </a:r>
            <a:r>
              <a:rPr lang="nb-NO" sz="2400" dirty="0"/>
              <a:t> ressurs?</a:t>
            </a:r>
          </a:p>
        </p:txBody>
      </p:sp>
    </p:spTree>
    <p:extLst>
      <p:ext uri="{BB962C8B-B14F-4D97-AF65-F5344CB8AC3E}">
        <p14:creationId xmlns:p14="http://schemas.microsoft.com/office/powerpoint/2010/main" val="3948531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e 11">
            <a:extLst>
              <a:ext uri="{FF2B5EF4-FFF2-40B4-BE49-F238E27FC236}">
                <a16:creationId xmlns:a16="http://schemas.microsoft.com/office/drawing/2014/main" id="{E3B92F9C-9475-7AB6-11F6-24CA683DB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937" y="1578137"/>
            <a:ext cx="6797857" cy="38258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D14682-61F8-1FDA-4B0B-2AB5C2F4B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b-NO" dirty="0"/>
              <a:t>Ressursklassifisering</a:t>
            </a:r>
          </a:p>
        </p:txBody>
      </p:sp>
      <p:sp>
        <p:nvSpPr>
          <p:cNvPr id="4" name="Rektangel: avrundede hjørner 3">
            <a:extLst>
              <a:ext uri="{FF2B5EF4-FFF2-40B4-BE49-F238E27FC236}">
                <a16:creationId xmlns:a16="http://schemas.microsoft.com/office/drawing/2014/main" id="{0775B2AA-96AF-E9FF-764A-7B4D3A647E7D}"/>
              </a:ext>
            </a:extLst>
          </p:cNvPr>
          <p:cNvSpPr/>
          <p:nvPr/>
        </p:nvSpPr>
        <p:spPr>
          <a:xfrm>
            <a:off x="253185" y="1690688"/>
            <a:ext cx="4719409" cy="109415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600" b="1" dirty="0"/>
              <a:t>Fornybare ressurser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600" dirty="0"/>
              <a:t>Fornyes naturlig innen relevant tidsskala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600" dirty="0"/>
              <a:t>Eksempler: fisk, skog, sol, vind</a:t>
            </a:r>
          </a:p>
        </p:txBody>
      </p:sp>
      <p:sp>
        <p:nvSpPr>
          <p:cNvPr id="8" name="Rektangel: avrundede hjørner 7">
            <a:extLst>
              <a:ext uri="{FF2B5EF4-FFF2-40B4-BE49-F238E27FC236}">
                <a16:creationId xmlns:a16="http://schemas.microsoft.com/office/drawing/2014/main" id="{1FF52DE9-D4EE-34A4-F48A-1FF58B43E934}"/>
              </a:ext>
            </a:extLst>
          </p:cNvPr>
          <p:cNvSpPr/>
          <p:nvPr/>
        </p:nvSpPr>
        <p:spPr>
          <a:xfrm>
            <a:off x="244475" y="2979013"/>
            <a:ext cx="4719410" cy="109415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600" b="1" dirty="0"/>
              <a:t>Ikke-fornybare ressurser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600" dirty="0"/>
              <a:t>Finnes i et begrenset lager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600" dirty="0"/>
              <a:t>Fornyes ikke innen relevant tidsskala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600" dirty="0"/>
              <a:t>Eksempler: olje, gass, kull, mineraler</a:t>
            </a:r>
          </a:p>
        </p:txBody>
      </p:sp>
      <p:sp>
        <p:nvSpPr>
          <p:cNvPr id="10" name="Rektangel: avrundede hjørner 9">
            <a:extLst>
              <a:ext uri="{FF2B5EF4-FFF2-40B4-BE49-F238E27FC236}">
                <a16:creationId xmlns:a16="http://schemas.microsoft.com/office/drawing/2014/main" id="{ACB491D5-549A-C651-05CE-3F0CB18FD198}"/>
              </a:ext>
            </a:extLst>
          </p:cNvPr>
          <p:cNvSpPr/>
          <p:nvPr/>
        </p:nvSpPr>
        <p:spPr>
          <a:xfrm>
            <a:off x="209640" y="4267338"/>
            <a:ext cx="4719410" cy="109415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600" b="1" dirty="0"/>
              <a:t>Betinget fornybare ressurser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600" dirty="0"/>
              <a:t>Kan fornyes naturlig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600" dirty="0"/>
              <a:t>Kan likevel uttømmes ved overutnyttelse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600" dirty="0"/>
              <a:t>Eksempler: fiskebestander, jord, ferskvann</a:t>
            </a:r>
          </a:p>
        </p:txBody>
      </p:sp>
    </p:spTree>
    <p:extLst>
      <p:ext uri="{BB962C8B-B14F-4D97-AF65-F5344CB8AC3E}">
        <p14:creationId xmlns:p14="http://schemas.microsoft.com/office/powerpoint/2010/main" val="839785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6791B-BAE7-A7D5-5FF6-2CB3F9D4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b-NO" dirty="0"/>
              <a:t>Resirkulerbare og ikke-resirkulerbare ressurser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EBF47-17DC-83CD-BA8F-6B2BECB5C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781800" cy="351272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nb-NO" b="1" dirty="0"/>
              <a:t>Resirkulerbare ressurser</a:t>
            </a:r>
          </a:p>
          <a:p>
            <a:r>
              <a:rPr lang="nb-NO" dirty="0"/>
              <a:t>Materialet kan gjenvinnes og brukes på nytt</a:t>
            </a:r>
          </a:p>
          <a:p>
            <a:r>
              <a:rPr lang="nb-NO" dirty="0"/>
              <a:t>Eksempler: kobber, aluminium og andre metaller</a:t>
            </a:r>
          </a:p>
          <a:p>
            <a:r>
              <a:rPr lang="nb-NO" dirty="0"/>
              <a:t>Gjenvinning kan forlenge levetiden til ressurslageret</a:t>
            </a:r>
          </a:p>
          <a:p>
            <a:r>
              <a:rPr lang="nb-NO" dirty="0"/>
              <a:t>Men gjenvinning er aldri 100 % → noe materiale går tapt</a:t>
            </a:r>
          </a:p>
          <a:p>
            <a:pPr marL="0" indent="0">
              <a:buNone/>
            </a:pPr>
            <a:r>
              <a:rPr lang="nb-NO" b="1" dirty="0"/>
              <a:t>Ikke-resirkulerbare ressurser</a:t>
            </a:r>
          </a:p>
          <a:p>
            <a:r>
              <a:rPr lang="nb-NO" dirty="0"/>
              <a:t>Ressursen forbrukes når den brukes</a:t>
            </a:r>
          </a:p>
          <a:p>
            <a:r>
              <a:rPr lang="nb-NO" dirty="0"/>
              <a:t>Kan ikke gjenvinnes tilbake til samme ressurs</a:t>
            </a:r>
          </a:p>
          <a:p>
            <a:r>
              <a:rPr lang="nb-NO" dirty="0"/>
              <a:t>Eksempler: olje, naturgass og kull</a:t>
            </a:r>
          </a:p>
          <a:p>
            <a:endParaRPr lang="nb-NO" dirty="0"/>
          </a:p>
        </p:txBody>
      </p:sp>
      <p:pic>
        <p:nvPicPr>
          <p:cNvPr id="1026" name="Picture 2" descr="Recyclable waste Vectors - Download Free High-Quality Vectors from Freepik  | Freepik">
            <a:extLst>
              <a:ext uri="{FF2B5EF4-FFF2-40B4-BE49-F238E27FC236}">
                <a16:creationId xmlns:a16="http://schemas.microsoft.com/office/drawing/2014/main" id="{AA68D721-ABFD-1644-1D75-8D5C7C1B7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7132" y="2155021"/>
            <a:ext cx="3721799" cy="265178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Rektangel: avrundede hjørner 4">
            <a:extLst>
              <a:ext uri="{FF2B5EF4-FFF2-40B4-BE49-F238E27FC236}">
                <a16:creationId xmlns:a16="http://schemas.microsoft.com/office/drawing/2014/main" id="{4ED253DD-55EE-8548-B5B1-D93023C709B5}"/>
              </a:ext>
            </a:extLst>
          </p:cNvPr>
          <p:cNvSpPr/>
          <p:nvPr/>
        </p:nvSpPr>
        <p:spPr>
          <a:xfrm>
            <a:off x="838200" y="5317218"/>
            <a:ext cx="10515600" cy="11756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Resirkulering gjør at en </a:t>
            </a:r>
            <a:r>
              <a:rPr lang="nb-NO" sz="2800" dirty="0" err="1"/>
              <a:t>uttømbar</a:t>
            </a:r>
            <a:r>
              <a:rPr lang="nb-NO" sz="2800" dirty="0"/>
              <a:t> ressurs varer lenger – men gjør den ikke fornybar.</a:t>
            </a:r>
          </a:p>
        </p:txBody>
      </p:sp>
    </p:spTree>
    <p:extLst>
      <p:ext uri="{BB962C8B-B14F-4D97-AF65-F5344CB8AC3E}">
        <p14:creationId xmlns:p14="http://schemas.microsoft.com/office/powerpoint/2010/main" val="1494473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1384591-00E3-8880-0335-15A3BB946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25" y="2220050"/>
            <a:ext cx="10885714" cy="1325563"/>
          </a:xfrm>
        </p:spPr>
        <p:txBody>
          <a:bodyPr/>
          <a:lstStyle/>
          <a:p>
            <a:r>
              <a:rPr lang="nb-NO" dirty="0"/>
              <a:t>Hva mener vi med reserver av naturressurser?</a:t>
            </a:r>
          </a:p>
        </p:txBody>
      </p:sp>
    </p:spTree>
    <p:extLst>
      <p:ext uri="{BB962C8B-B14F-4D97-AF65-F5344CB8AC3E}">
        <p14:creationId xmlns:p14="http://schemas.microsoft.com/office/powerpoint/2010/main" val="1506487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0E59502-D6C7-FB17-A1BD-729C17919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Klassifisering av </a:t>
            </a:r>
            <a:r>
              <a:rPr lang="nb-NO" dirty="0" err="1"/>
              <a:t>uttømbare</a:t>
            </a:r>
            <a:r>
              <a:rPr lang="nb-NO" dirty="0"/>
              <a:t> ressurser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DB58AE4-817A-0F36-EA9C-B00BC97BF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21183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nb-NO" b="1" dirty="0"/>
              <a:t>To dimensjoner</a:t>
            </a:r>
          </a:p>
          <a:p>
            <a:pPr lvl="0"/>
            <a:r>
              <a:rPr lang="nb-NO" b="1" dirty="0"/>
              <a:t>Geologisk:</a:t>
            </a:r>
            <a:r>
              <a:rPr lang="nb-NO" dirty="0"/>
              <a:t> hvor sikre vi er på at ressursen finnes</a:t>
            </a:r>
          </a:p>
          <a:p>
            <a:pPr lvl="0"/>
            <a:r>
              <a:rPr lang="nb-NO" b="1" dirty="0"/>
              <a:t>Økonomisk:</a:t>
            </a:r>
            <a:r>
              <a:rPr lang="nb-NO" dirty="0"/>
              <a:t> om den kan utvinnes lønnsomt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C346CACE-6A0D-DE95-A57F-352752CF8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59383" y="1825624"/>
            <a:ext cx="6494417" cy="351272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nb-NO" b="1" dirty="0"/>
              <a:t>Tre hovedbegreper</a:t>
            </a:r>
          </a:p>
          <a:p>
            <a:r>
              <a:rPr lang="nb-NO" b="1" dirty="0"/>
              <a:t>Nåværende reserver</a:t>
            </a:r>
          </a:p>
          <a:p>
            <a:pPr lvl="1"/>
            <a:r>
              <a:rPr lang="nb-NO" dirty="0"/>
              <a:t>Kjente ressurser</a:t>
            </a:r>
          </a:p>
          <a:p>
            <a:pPr lvl="1"/>
            <a:r>
              <a:rPr lang="nb-NO" dirty="0"/>
              <a:t>Kan utvinnes lønnsomt med dagens priser og teknologi</a:t>
            </a:r>
          </a:p>
          <a:p>
            <a:r>
              <a:rPr lang="nb-NO" b="1" dirty="0"/>
              <a:t>Potensielle reserver</a:t>
            </a:r>
          </a:p>
          <a:p>
            <a:pPr lvl="1"/>
            <a:r>
              <a:rPr lang="nb-NO" dirty="0"/>
              <a:t>Ressurser som kan bli økonomisk tilgjengelige</a:t>
            </a:r>
          </a:p>
          <a:p>
            <a:pPr lvl="1"/>
            <a:r>
              <a:rPr lang="nb-NO" dirty="0"/>
              <a:t>Avhenger av pris, teknologi og utvinningskostnader</a:t>
            </a:r>
          </a:p>
          <a:p>
            <a:r>
              <a:rPr lang="nb-NO" b="1" dirty="0"/>
              <a:t>Ressursgrunnlag</a:t>
            </a:r>
          </a:p>
          <a:p>
            <a:pPr lvl="1"/>
            <a:r>
              <a:rPr lang="nb-NO" dirty="0"/>
              <a:t>Den totale geologiske forekomsten</a:t>
            </a:r>
          </a:p>
          <a:p>
            <a:pPr lvl="1"/>
            <a:r>
              <a:rPr lang="nb-NO" dirty="0"/>
              <a:t>Setter en fysisk øvre grense for ressursen</a:t>
            </a:r>
          </a:p>
          <a:p>
            <a:endParaRPr lang="nb-NO" dirty="0"/>
          </a:p>
          <a:p>
            <a:pPr marL="0" indent="0">
              <a:buNone/>
            </a:pPr>
            <a:endParaRPr lang="nb-NO" dirty="0"/>
          </a:p>
        </p:txBody>
      </p:sp>
      <p:sp>
        <p:nvSpPr>
          <p:cNvPr id="6" name="Rektangel: avrundede hjørner 5">
            <a:extLst>
              <a:ext uri="{FF2B5EF4-FFF2-40B4-BE49-F238E27FC236}">
                <a16:creationId xmlns:a16="http://schemas.microsoft.com/office/drawing/2014/main" id="{3C5FC344-747C-1DF3-75A4-02C03F2DC75D}"/>
              </a:ext>
            </a:extLst>
          </p:cNvPr>
          <p:cNvSpPr/>
          <p:nvPr/>
        </p:nvSpPr>
        <p:spPr>
          <a:xfrm>
            <a:off x="838200" y="5317218"/>
            <a:ext cx="10515600" cy="11756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Det som finnes i bakken er ikke det samme som det som er økonomisk tilgjengelig.</a:t>
            </a:r>
          </a:p>
        </p:txBody>
      </p:sp>
    </p:spTree>
    <p:extLst>
      <p:ext uri="{BB962C8B-B14F-4D97-AF65-F5344CB8AC3E}">
        <p14:creationId xmlns:p14="http://schemas.microsoft.com/office/powerpoint/2010/main" val="1157142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e 9">
            <a:extLst>
              <a:ext uri="{FF2B5EF4-FFF2-40B4-BE49-F238E27FC236}">
                <a16:creationId xmlns:a16="http://schemas.microsoft.com/office/drawing/2014/main" id="{C684F537-C877-4600-3AAF-8E7E89B62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142" y="1429789"/>
            <a:ext cx="9553605" cy="3998422"/>
          </a:xfrm>
          <a:prstGeom prst="rect">
            <a:avLst/>
          </a:prstGeom>
        </p:spPr>
      </p:pic>
      <p:sp>
        <p:nvSpPr>
          <p:cNvPr id="11" name="Rektangel 10">
            <a:extLst>
              <a:ext uri="{FF2B5EF4-FFF2-40B4-BE49-F238E27FC236}">
                <a16:creationId xmlns:a16="http://schemas.microsoft.com/office/drawing/2014/main" id="{DA9766CD-BF28-E170-40AE-3C523E96E0D5}"/>
              </a:ext>
            </a:extLst>
          </p:cNvPr>
          <p:cNvSpPr/>
          <p:nvPr/>
        </p:nvSpPr>
        <p:spPr>
          <a:xfrm>
            <a:off x="3544389" y="2016087"/>
            <a:ext cx="3509554" cy="1123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Nåværende reserver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4DF5BE6-E24C-A411-66FA-531062730433}"/>
              </a:ext>
            </a:extLst>
          </p:cNvPr>
          <p:cNvSpPr/>
          <p:nvPr/>
        </p:nvSpPr>
        <p:spPr>
          <a:xfrm>
            <a:off x="3544390" y="3139807"/>
            <a:ext cx="3509554" cy="112372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298387F-6226-3919-7869-CAEF441D6732}"/>
              </a:ext>
            </a:extLst>
          </p:cNvPr>
          <p:cNvSpPr/>
          <p:nvPr/>
        </p:nvSpPr>
        <p:spPr>
          <a:xfrm>
            <a:off x="7053943" y="2016087"/>
            <a:ext cx="992777" cy="224744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F2FC6C29-2620-F962-6875-2893977C711C}"/>
              </a:ext>
            </a:extLst>
          </p:cNvPr>
          <p:cNvSpPr/>
          <p:nvPr/>
        </p:nvSpPr>
        <p:spPr>
          <a:xfrm>
            <a:off x="3544389" y="4263527"/>
            <a:ext cx="7341325" cy="112372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36E4F7E2-BD0B-51E9-DD69-BAD0E48C15D0}"/>
              </a:ext>
            </a:extLst>
          </p:cNvPr>
          <p:cNvSpPr/>
          <p:nvPr/>
        </p:nvSpPr>
        <p:spPr>
          <a:xfrm>
            <a:off x="8046721" y="2016087"/>
            <a:ext cx="2838994" cy="224744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DBDF728F-5E1B-DD5E-0D81-17B154B27FF1}"/>
              </a:ext>
            </a:extLst>
          </p:cNvPr>
          <p:cNvSpPr txBox="1"/>
          <p:nvPr/>
        </p:nvSpPr>
        <p:spPr>
          <a:xfrm>
            <a:off x="4146955" y="3533528"/>
            <a:ext cx="263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Potensiell reserver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8A76324F-124F-BDB8-0C1E-3F27A5845C63}"/>
              </a:ext>
            </a:extLst>
          </p:cNvPr>
          <p:cNvSpPr txBox="1"/>
          <p:nvPr/>
        </p:nvSpPr>
        <p:spPr>
          <a:xfrm>
            <a:off x="4146955" y="4611020"/>
            <a:ext cx="263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Ressursgrunnlag</a:t>
            </a:r>
          </a:p>
        </p:txBody>
      </p:sp>
      <p:cxnSp>
        <p:nvCxnSpPr>
          <p:cNvPr id="18" name="Straight Arrow Connector 6">
            <a:extLst>
              <a:ext uri="{FF2B5EF4-FFF2-40B4-BE49-F238E27FC236}">
                <a16:creationId xmlns:a16="http://schemas.microsoft.com/office/drawing/2014/main" id="{88835DB8-5A8E-A8EE-3CA3-55C0264B6673}"/>
              </a:ext>
            </a:extLst>
          </p:cNvPr>
          <p:cNvCxnSpPr/>
          <p:nvPr/>
        </p:nvCxnSpPr>
        <p:spPr>
          <a:xfrm>
            <a:off x="1239253" y="2181867"/>
            <a:ext cx="0" cy="2917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0">
            <a:extLst>
              <a:ext uri="{FF2B5EF4-FFF2-40B4-BE49-F238E27FC236}">
                <a16:creationId xmlns:a16="http://schemas.microsoft.com/office/drawing/2014/main" id="{406983C8-1A41-D6D8-F951-F2C3C73A03EC}"/>
              </a:ext>
            </a:extLst>
          </p:cNvPr>
          <p:cNvCxnSpPr/>
          <p:nvPr/>
        </p:nvCxnSpPr>
        <p:spPr>
          <a:xfrm>
            <a:off x="4381827" y="1082295"/>
            <a:ext cx="44435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">
            <a:extLst>
              <a:ext uri="{FF2B5EF4-FFF2-40B4-BE49-F238E27FC236}">
                <a16:creationId xmlns:a16="http://schemas.microsoft.com/office/drawing/2014/main" id="{CF196071-AFBD-77D7-1277-D0E5CE4AB7E1}"/>
              </a:ext>
            </a:extLst>
          </p:cNvPr>
          <p:cNvSpPr txBox="1"/>
          <p:nvPr/>
        </p:nvSpPr>
        <p:spPr>
          <a:xfrm rot="16200000">
            <a:off x="184802" y="3243351"/>
            <a:ext cx="1618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Økonomisk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AB99B723-E78C-14B2-6ED5-DB0D876B3BBF}"/>
              </a:ext>
            </a:extLst>
          </p:cNvPr>
          <p:cNvSpPr txBox="1"/>
          <p:nvPr/>
        </p:nvSpPr>
        <p:spPr>
          <a:xfrm>
            <a:off x="5585913" y="707701"/>
            <a:ext cx="263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Geologisk</a:t>
            </a:r>
          </a:p>
        </p:txBody>
      </p:sp>
    </p:spTree>
    <p:extLst>
      <p:ext uri="{BB962C8B-B14F-4D97-AF65-F5344CB8AC3E}">
        <p14:creationId xmlns:p14="http://schemas.microsoft.com/office/powerpoint/2010/main" val="403568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298F2AE-67BC-F268-C623-081C1FDA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b-NO" dirty="0"/>
              <a:t>Ressursgrunnlag er ikke det samme som reserver</a:t>
            </a:r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CFFFB018-F7FD-A3AA-3CFF-84DAFC479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89564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Eksempel: thorium i Fensfeltet</a:t>
            </a:r>
          </a:p>
          <a:p>
            <a:r>
              <a:rPr lang="nb-NO" dirty="0"/>
              <a:t>Thorium finnes geologisk.</a:t>
            </a:r>
          </a:p>
          <a:p>
            <a:r>
              <a:rPr lang="nb-NO" dirty="0"/>
              <a:t>Det betyr ikke automatisk at forekomsten er en reserver.</a:t>
            </a:r>
          </a:p>
          <a:p>
            <a:r>
              <a:rPr lang="nb-NO" dirty="0"/>
              <a:t>Ny teknologi eller høyere priser kan endre hva som er økonomisk tilgjengelig.</a:t>
            </a:r>
          </a:p>
          <a:p>
            <a:endParaRPr lang="nb-NO" dirty="0"/>
          </a:p>
        </p:txBody>
      </p:sp>
      <p:pic>
        <p:nvPicPr>
          <p:cNvPr id="6" name="Bilde 5" descr="thorium (Th) – radioaktivt grunnstoff – Store norske leksikon">
            <a:extLst>
              <a:ext uri="{FF2B5EF4-FFF2-40B4-BE49-F238E27FC236}">
                <a16:creationId xmlns:a16="http://schemas.microsoft.com/office/drawing/2014/main" id="{450037C4-B2E5-88CA-4109-A2DEFA1E9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229" y="1825625"/>
            <a:ext cx="260478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01233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3994C47-B5CD-EBD1-ECA5-68EB0D55D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Kontrollspørsmål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9D64DE8-9FB6-5AC2-8BA7-3F85F2D17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Et stort thoriumfunn er kjent, men dagens teknologi gjør utvinning svært kostbar.</a:t>
            </a:r>
          </a:p>
          <a:p>
            <a:pPr marL="0" indent="0">
              <a:buNone/>
            </a:pPr>
            <a:r>
              <a:rPr lang="nb-NO" b="1" dirty="0"/>
              <a:t>Er forekomsten nødvendigvis en del av dagens reserver?</a:t>
            </a:r>
          </a:p>
        </p:txBody>
      </p:sp>
    </p:spTree>
    <p:extLst>
      <p:ext uri="{BB962C8B-B14F-4D97-AF65-F5344CB8AC3E}">
        <p14:creationId xmlns:p14="http://schemas.microsoft.com/office/powerpoint/2010/main" val="3107317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37E7D-BFDC-822D-3081-5BB98B3C1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81FB594-C596-FFA3-CE30-B3D48ADD6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Kontrollspørsmål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6A07CD7-11F5-D9DB-6F6D-144041770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Et stort thoriumfunn er kjent, men dagens teknologi gjør utvinning svært kostbar.</a:t>
            </a:r>
          </a:p>
          <a:p>
            <a:pPr marL="0" indent="0">
              <a:buNone/>
            </a:pPr>
            <a:r>
              <a:rPr lang="nb-NO" b="1" dirty="0"/>
              <a:t>Er forekomsten nødvendigvis en del av dagens reserver?</a:t>
            </a:r>
          </a:p>
          <a:p>
            <a:pPr marL="0" indent="0">
              <a:buNone/>
            </a:pPr>
            <a:endParaRPr lang="nb-NO" b="1" dirty="0"/>
          </a:p>
          <a:p>
            <a:pPr marL="0" indent="0">
              <a:buNone/>
            </a:pPr>
            <a:r>
              <a:rPr lang="nb-NO" b="1" dirty="0"/>
              <a:t>Nei.</a:t>
            </a:r>
          </a:p>
          <a:p>
            <a:pPr marL="0" indent="0">
              <a:buNone/>
            </a:pPr>
            <a:r>
              <a:rPr lang="nb-NO" dirty="0"/>
              <a:t>Den kan være en kjent ressurs uten å være økonomisk utvinnbar med dagens priser og teknologi.</a:t>
            </a:r>
          </a:p>
        </p:txBody>
      </p:sp>
    </p:spTree>
    <p:extLst>
      <p:ext uri="{BB962C8B-B14F-4D97-AF65-F5344CB8AC3E}">
        <p14:creationId xmlns:p14="http://schemas.microsoft.com/office/powerpoint/2010/main" val="1055399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13A0557-BB85-FBE3-CB9E-0EF434B2D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dirty="0"/>
              <a:t>Norsk olje: fra ressursgrunnlag til kjent ressurs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537D40F-91B5-3631-3920-5F9D936B4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95641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nb-NO" b="1" dirty="0"/>
              <a:t>Oljen lå der lenge før vi visste at den var der.</a:t>
            </a:r>
          </a:p>
          <a:p>
            <a:pPr marL="0" indent="0">
              <a:buNone/>
            </a:pPr>
            <a:endParaRPr lang="nb-NO" dirty="0"/>
          </a:p>
          <a:p>
            <a:r>
              <a:rPr lang="nb-NO" dirty="0"/>
              <a:t>På slutten av 1950-tallet var det stor usikkerhet om petroleum på norsk sokkel</a:t>
            </a:r>
          </a:p>
          <a:p>
            <a:r>
              <a:rPr lang="nb-NO" dirty="0"/>
              <a:t>Første konsesjonsrunde kom i 1965</a:t>
            </a:r>
          </a:p>
          <a:p>
            <a:r>
              <a:rPr lang="nb-NO" dirty="0"/>
              <a:t>Første letebrønn i 1966 var tørr</a:t>
            </a:r>
          </a:p>
          <a:p>
            <a:r>
              <a:rPr lang="nb-NO" dirty="0"/>
              <a:t>Balder ble funnet i 1967</a:t>
            </a:r>
          </a:p>
          <a:p>
            <a:r>
              <a:rPr lang="nb-NO" dirty="0"/>
              <a:t>Ekofisk ble funnet i 1969</a:t>
            </a:r>
          </a:p>
          <a:p>
            <a:endParaRPr lang="nb-NO" dirty="0"/>
          </a:p>
          <a:p>
            <a:pPr marL="0" indent="0">
              <a:buNone/>
            </a:pPr>
            <a:r>
              <a:rPr lang="nb-NO" b="1" dirty="0"/>
              <a:t>Leting flytter ressurser fra ikke oppdaget til identifisert.</a:t>
            </a:r>
          </a:p>
          <a:p>
            <a:pPr marL="0" indent="0">
              <a:buNone/>
            </a:pPr>
            <a:endParaRPr lang="nb-NO" dirty="0"/>
          </a:p>
        </p:txBody>
      </p:sp>
      <p:pic>
        <p:nvPicPr>
          <p:cNvPr id="5" name="Picture 2" descr="Norges Bank mener Oljefondet ikke bør eie aksjer i selskaper som utvinner  olje og gass.">
            <a:extLst>
              <a:ext uri="{FF2B5EF4-FFF2-40B4-BE49-F238E27FC236}">
                <a16:creationId xmlns:a16="http://schemas.microsoft.com/office/drawing/2014/main" id="{DF14F5CE-097A-A4A4-98C8-D1C8E72E3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6" r="16453" b="-3"/>
          <a:stretch>
            <a:fillRect/>
          </a:stretch>
        </p:blipFill>
        <p:spPr bwMode="auto">
          <a:xfrm>
            <a:off x="7733841" y="2168673"/>
            <a:ext cx="4364593" cy="36652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37694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ED38C32-A7F0-AA7B-A5D3-30D597B4F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Fra funn til nåværende reserver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F27CB45-1557-564C-2AD1-53019EE58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6527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nb-NO" b="1" dirty="0"/>
              <a:t>Å finne olje er ikke nok – den må også være lønnsom å utvinne.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Balder</a:t>
            </a:r>
          </a:p>
          <a:p>
            <a:r>
              <a:rPr lang="nb-NO" dirty="0"/>
              <a:t>Funnet i 1967</a:t>
            </a:r>
          </a:p>
          <a:p>
            <a:r>
              <a:rPr lang="nb-NO" dirty="0"/>
              <a:t>Ikke økonomisk attraktivt å bygge ut på det tidspunktet</a:t>
            </a:r>
          </a:p>
          <a:p>
            <a:r>
              <a:rPr lang="nb-NO" dirty="0"/>
              <a:t>Produksjon først i 1999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Ekofisk</a:t>
            </a:r>
          </a:p>
          <a:p>
            <a:r>
              <a:rPr lang="nb-NO" dirty="0"/>
              <a:t>Funnet i 1969</a:t>
            </a:r>
          </a:p>
          <a:p>
            <a:r>
              <a:rPr lang="nb-NO" dirty="0"/>
              <a:t>Stor og økonomisk attraktiv forekomst</a:t>
            </a:r>
          </a:p>
          <a:p>
            <a:r>
              <a:rPr lang="nb-NO" dirty="0"/>
              <a:t>Produksjon startet i 1971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5" name="Rektangel: avrundede hjørner 4">
            <a:extLst>
              <a:ext uri="{FF2B5EF4-FFF2-40B4-BE49-F238E27FC236}">
                <a16:creationId xmlns:a16="http://schemas.microsoft.com/office/drawing/2014/main" id="{BED014DF-FE20-064C-3B6A-2E4C1E7D137A}"/>
              </a:ext>
            </a:extLst>
          </p:cNvPr>
          <p:cNvSpPr/>
          <p:nvPr/>
        </p:nvSpPr>
        <p:spPr>
          <a:xfrm>
            <a:off x="1114696" y="5725840"/>
            <a:ext cx="10239103" cy="1040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Pris, teknologi, kostnader og infrastruktur avgjør hva som blir nåværende reserver</a:t>
            </a:r>
          </a:p>
        </p:txBody>
      </p:sp>
    </p:spTree>
    <p:extLst>
      <p:ext uri="{BB962C8B-B14F-4D97-AF65-F5344CB8AC3E}">
        <p14:creationId xmlns:p14="http://schemas.microsoft.com/office/powerpoint/2010/main" val="2265899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861D8A1-0052-2471-6475-A76F8F47E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914" y="2307136"/>
            <a:ext cx="10515600" cy="1325563"/>
          </a:xfrm>
        </p:spPr>
        <p:txBody>
          <a:bodyPr/>
          <a:lstStyle/>
          <a:p>
            <a:r>
              <a:rPr lang="nb-NO" dirty="0"/>
              <a:t>Knapphet og Marginal User </a:t>
            </a:r>
            <a:r>
              <a:rPr lang="nb-NO" dirty="0" err="1"/>
              <a:t>Cost</a:t>
            </a:r>
            <a:endParaRPr lang="nb-NO" dirty="0"/>
          </a:p>
        </p:txBody>
      </p:sp>
      <p:sp>
        <p:nvSpPr>
          <p:cNvPr id="4" name="Rektangel: avrundede hjørner 3">
            <a:extLst>
              <a:ext uri="{FF2B5EF4-FFF2-40B4-BE49-F238E27FC236}">
                <a16:creationId xmlns:a16="http://schemas.microsoft.com/office/drawing/2014/main" id="{82552075-B2A8-FA30-DCD7-589A39062845}"/>
              </a:ext>
            </a:extLst>
          </p:cNvPr>
          <p:cNvSpPr/>
          <p:nvPr/>
        </p:nvSpPr>
        <p:spPr>
          <a:xfrm>
            <a:off x="976448" y="3923166"/>
            <a:ext cx="10239103" cy="1040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Bruk i dag reduserer framtidige muligheter</a:t>
            </a:r>
          </a:p>
        </p:txBody>
      </p:sp>
    </p:spTree>
    <p:extLst>
      <p:ext uri="{BB962C8B-B14F-4D97-AF65-F5344CB8AC3E}">
        <p14:creationId xmlns:p14="http://schemas.microsoft.com/office/powerpoint/2010/main" val="3295012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4444-63BF-B407-A33B-B53BB308F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Marginal brukerkostnad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0369-C2CD-4E14-E2D8-5435E3E14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nb-NO" dirty="0"/>
              <a:t>Når én enhet olje utvinnes i dag:</a:t>
            </a:r>
          </a:p>
          <a:p>
            <a:pPr lvl="0" fontAlgn="base"/>
            <a:r>
              <a:rPr lang="nb-NO" dirty="0"/>
              <a:t>betaler vi utvinningskostnaden</a:t>
            </a:r>
          </a:p>
          <a:p>
            <a:pPr lvl="0" fontAlgn="base"/>
            <a:r>
              <a:rPr lang="nb-NO" dirty="0"/>
              <a:t>men vi mister også muligheten til å bruke den samme enheten senere</a:t>
            </a:r>
          </a:p>
          <a:p>
            <a:pPr marL="0" indent="0" fontAlgn="base">
              <a:buNone/>
            </a:pPr>
            <a:r>
              <a:rPr lang="nb-NO" dirty="0"/>
              <a:t>Derfor: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endParaRPr lang="nb-NO" dirty="0"/>
          </a:p>
          <a:p>
            <a:endParaRPr lang="nb-N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6">
                <a:extLst>
                  <a:ext uri="{FF2B5EF4-FFF2-40B4-BE49-F238E27FC236}">
                    <a16:creationId xmlns:a16="http://schemas.microsoft.com/office/drawing/2014/main" id="{E6CB65A5-7188-4DC5-05EE-4DDC1BD532A1}"/>
                  </a:ext>
                </a:extLst>
              </p:cNvPr>
              <p:cNvSpPr/>
              <p:nvPr/>
            </p:nvSpPr>
            <p:spPr>
              <a:xfrm>
                <a:off x="1425484" y="4303803"/>
                <a:ext cx="7187293" cy="952500"/>
              </a:xfrm>
              <a:prstGeom prst="roundRect">
                <a:avLst/>
              </a:prstGeom>
              <a:solidFill>
                <a:srgbClr val="EEF7F8"/>
              </a:solidFill>
              <a:ln w="14288">
                <a:solidFill>
                  <a:srgbClr val="087E8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2800" b="1" i="1" dirty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sz="2800" b="1" i="1" dirty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ₜ = </m:t>
                      </m:r>
                      <m:r>
                        <a:rPr lang="en-GB" sz="2800" b="1" i="1" dirty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𝑴𝑪</m:t>
                      </m:r>
                      <m:r>
                        <a:rPr lang="en-GB" sz="2800" b="1" i="1" dirty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ₜ + </m:t>
                      </m:r>
                      <m:r>
                        <a:rPr lang="en-GB" sz="2800" b="1" i="1" dirty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𝑴𝑼𝑪</m:t>
                      </m:r>
                      <m:r>
                        <a:rPr lang="en-GB" sz="2800" b="1" i="1" dirty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ₜ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5" name="Rectangle: Rounded Corners 6">
                <a:extLst>
                  <a:ext uri="{FF2B5EF4-FFF2-40B4-BE49-F238E27FC236}">
                    <a16:creationId xmlns:a16="http://schemas.microsoft.com/office/drawing/2014/main" id="{E6CB65A5-7188-4DC5-05EE-4DDC1BD532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484" y="4303803"/>
                <a:ext cx="7187293" cy="9525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4288">
                <a:solidFill>
                  <a:srgbClr val="087E8B"/>
                </a:solidFill>
              </a:ln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ktangel: avrundede hjørner 6">
            <a:extLst>
              <a:ext uri="{FF2B5EF4-FFF2-40B4-BE49-F238E27FC236}">
                <a16:creationId xmlns:a16="http://schemas.microsoft.com/office/drawing/2014/main" id="{5E224CDA-D9C6-5E6D-DF2C-2D15BBAF99A5}"/>
              </a:ext>
            </a:extLst>
          </p:cNvPr>
          <p:cNvSpPr/>
          <p:nvPr/>
        </p:nvSpPr>
        <p:spPr>
          <a:xfrm>
            <a:off x="838200" y="5452155"/>
            <a:ext cx="10239103" cy="1040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Marginal brukerkostnad er alternativkostnaden ved å bruke én ekstra enhet av ressursen i dag.</a:t>
            </a:r>
          </a:p>
        </p:txBody>
      </p:sp>
    </p:spTree>
    <p:extLst>
      <p:ext uri="{BB962C8B-B14F-4D97-AF65-F5344CB8AC3E}">
        <p14:creationId xmlns:p14="http://schemas.microsoft.com/office/powerpoint/2010/main" val="3468769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F830919-10F8-2469-27C1-8290BDF34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To periode eksempel for «Olje»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1660BD8A-66D7-7C4D-B89E-C2181B49EED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 fontAlgn="base">
                  <a:buNone/>
                </a:pPr>
                <a:r>
                  <a:rPr lang="nb-NO" dirty="0"/>
                  <a:t>Antar:</a:t>
                </a:r>
              </a:p>
              <a:p>
                <a:pPr fontAlgn="base"/>
                <a14:m>
                  <m:oMath xmlns:m="http://schemas.openxmlformats.org/officeDocument/2006/math">
                    <m:sSub>
                      <m:sSubPr>
                        <m:ctrlPr>
                          <a:rPr lang="nb-NO" i="1"/>
                        </m:ctrlPr>
                      </m:sSubPr>
                      <m:e>
                        <m:r>
                          <a:rPr lang="nb-NO" i="1"/>
                          <m:t>𝑃</m:t>
                        </m:r>
                      </m:e>
                      <m:sub>
                        <m:r>
                          <a:rPr lang="nb-NO" i="1"/>
                          <m:t>𝑡</m:t>
                        </m:r>
                      </m:sub>
                    </m:sSub>
                    <m:r>
                      <a:rPr lang="nb-NO"/>
                      <m:t>=1000−</m:t>
                    </m:r>
                    <m:sSub>
                      <m:sSubPr>
                        <m:ctrlPr>
                          <a:rPr lang="nb-NO" i="1"/>
                        </m:ctrlPr>
                      </m:sSubPr>
                      <m:e>
                        <m:r>
                          <a:rPr lang="nb-NO" i="1"/>
                          <m:t>𝑞</m:t>
                        </m:r>
                      </m:e>
                      <m:sub>
                        <m:r>
                          <a:rPr lang="nb-NO" i="1"/>
                          <m:t>𝑡</m:t>
                        </m:r>
                      </m:sub>
                    </m:sSub>
                  </m:oMath>
                </a14:m>
                <a:endParaRPr lang="nb-NO" i="1" dirty="0"/>
              </a:p>
              <a:p>
                <a:pPr fontAlgn="base"/>
                <a14:m>
                  <m:oMath xmlns:m="http://schemas.openxmlformats.org/officeDocument/2006/math">
                    <m:r>
                      <a:rPr lang="nb-NO" i="1" dirty="0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nb-NO" i="1" dirty="0" smtClean="0"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endParaRPr lang="nb-NO" dirty="0"/>
              </a:p>
              <a:p>
                <a14:m>
                  <m:oMath xmlns:m="http://schemas.openxmlformats.org/officeDocument/2006/math">
                    <m:r>
                      <a:rPr lang="nb-NO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nb-NO" i="0" dirty="0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endParaRPr lang="nb-NO" dirty="0"/>
              </a:p>
              <a:p>
                <a14:m>
                  <m:oMath xmlns:m="http://schemas.openxmlformats.org/officeDocument/2006/math">
                    <m:r>
                      <a:rPr lang="nb-NO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nb-NO" i="0" dirty="0">
                        <a:latin typeface="Cambria Math" panose="02040503050406030204" pitchFamily="18" charset="0"/>
                      </a:rPr>
                      <m:t>=10%</m:t>
                    </m:r>
                  </m:oMath>
                </a14:m>
                <a:endParaRPr lang="nb-NO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nb-NO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i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b-NO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nb-NO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i="0" dirty="0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endParaRPr lang="nb-NO" dirty="0"/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1660BD8A-66D7-7C4D-B89E-C2181B49EE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8605CA3D-E51E-D15F-2A8A-17CFEED3DCE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nb-NO" b="1" dirty="0">
                    <a:solidFill>
                      <a:schemeClr val="tx1"/>
                    </a:solidFill>
                  </a:rPr>
                  <a:t>Samfunnsplanleggeren</a:t>
                </a:r>
              </a:p>
              <a:p>
                <a:pPr marL="0" indent="0">
                  <a:buNone/>
                </a:pPr>
                <a:r>
                  <a:rPr lang="nb-NO" dirty="0">
                    <a:solidFill>
                      <a:schemeClr val="tx1"/>
                    </a:solidFill>
                  </a:rPr>
                  <a:t>Fra forrige forelesning vet studentene at effektivitet krever:</a:t>
                </a:r>
              </a:p>
              <a:p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𝑀𝑁𝐵</m:t>
                    </m:r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₁(</m:t>
                    </m:r>
                    <m:sSubSup>
                      <m:sSubSupPr>
                        <m:ctrlPr>
                          <a:rPr lang="nb-NO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b-NO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nb-NO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nb-NO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f>
                      <m:fPr>
                        <m:ctrlP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𝑀𝑁𝐵</m:t>
                        </m:r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₂(</m:t>
                        </m:r>
                        <m:sSubSup>
                          <m:sSubSupPr>
                            <m:ctrlPr>
                              <a:rPr lang="en-GB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GB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nb-NO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nb-NO" b="0" i="1" dirty="0" smtClean="0">
                        <a:latin typeface="Cambria Math" panose="02040503050406030204" pitchFamily="18" charset="0"/>
                      </a:rPr>
                      <m:t>800−</m:t>
                    </m:r>
                    <m:sSub>
                      <m:sSubPr>
                        <m:ctrlPr>
                          <a:rPr lang="nb-NO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nb-NO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800−</m:t>
                        </m:r>
                        <m:sSub>
                          <m:sSubPr>
                            <m:ctrlPr>
                              <a:rPr lang="nb-NO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1.1</m:t>
                        </m:r>
                      </m:den>
                    </m:f>
                  </m:oMath>
                </a14:m>
                <a:endParaRPr lang="nb-NO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8605CA3D-E51E-D15F-2A8A-17CFEED3D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71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9784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58E518E-9FC1-11BB-E76A-3584ED0B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Løsning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7C899FD-E34F-15AA-7F61-C56DEC082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nb-NO" dirty="0"/>
                  <a:t>Samfunnsplanlegger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nb-NO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nb-NO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≈514.3</m:t>
                    </m:r>
                  </m:oMath>
                </a14:m>
                <a:endParaRPr lang="nb-NO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nb-NO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nb-NO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≈485.7</m:t>
                    </m:r>
                  </m:oMath>
                </a14:m>
                <a:endParaRPr lang="nb-NO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nb-NO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nb-NO" b="0" i="1" dirty="0" smtClean="0">
                        <a:latin typeface="Cambria Math" panose="02040503050406030204" pitchFamily="18" charset="0"/>
                      </a:rPr>
                      <m:t>=1000−</m:t>
                    </m:r>
                    <m:r>
                      <a:rPr lang="nb-NO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514.3</m:t>
                    </m:r>
                    <m:r>
                      <a:rPr lang="nb-NO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nb-NO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485.7</m:t>
                    </m:r>
                  </m:oMath>
                </a14:m>
                <a:endParaRPr lang="nb-NO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nb-NO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nb-NO" i="1" dirty="0">
                        <a:latin typeface="Cambria Math" panose="02040503050406030204" pitchFamily="18" charset="0"/>
                      </a:rPr>
                      <m:t>=1000−</m:t>
                    </m:r>
                    <m:r>
                      <a:rPr lang="nb-NO" b="0" i="1" dirty="0" smtClean="0">
                        <a:latin typeface="Cambria Math" panose="02040503050406030204" pitchFamily="18" charset="0"/>
                      </a:rPr>
                      <m:t>485.7</m:t>
                    </m:r>
                    <m:r>
                      <a:rPr lang="nb-NO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nb-NO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514.3</m:t>
                    </m:r>
                  </m:oMath>
                </a14:m>
                <a:endParaRPr lang="nb-NO" dirty="0"/>
              </a:p>
              <a:p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𝑀𝑈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b-NO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>
                        <a:latin typeface="Cambria Math" panose="02040503050406030204" pitchFamily="18" charset="0"/>
                      </a:rPr>
                      <m:t>−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nb-NO">
                        <a:latin typeface="Cambria Math" panose="02040503050406030204" pitchFamily="18" charset="0"/>
                      </a:rPr>
                      <m:t>=485.7−200≈285.7</m:t>
                    </m:r>
                  </m:oMath>
                </a14:m>
                <a:endParaRPr lang="nb-NO" dirty="0"/>
              </a:p>
              <a:p>
                <a14:m>
                  <m:oMath xmlns:m="http://schemas.openxmlformats.org/officeDocument/2006/math">
                    <m:r>
                      <a:rPr lang="nb-NO" i="1" dirty="0" smtClean="0">
                        <a:latin typeface="Cambria Math" panose="02040503050406030204" pitchFamily="18" charset="0"/>
                      </a:rPr>
                      <m:t>𝑀𝑈</m:t>
                    </m:r>
                    <m:sSub>
                      <m:sSubPr>
                        <m:ctrlPr>
                          <a:rPr lang="nb-NO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b-NO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i="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b-NO" i="1" dirty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nb-NO" i="0" dirty="0">
                        <a:latin typeface="Cambria Math" panose="02040503050406030204" pitchFamily="18" charset="0"/>
                      </a:rPr>
                      <m:t>=514.3−200≈314.3</m:t>
                    </m:r>
                  </m:oMath>
                </a14:m>
                <a:endParaRPr lang="nb-NO" dirty="0"/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7C899FD-E34F-15AA-7F61-C56DEC082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6">
                <a:extLst>
                  <a:ext uri="{FF2B5EF4-FFF2-40B4-BE49-F238E27FC236}">
                    <a16:creationId xmlns:a16="http://schemas.microsoft.com/office/drawing/2014/main" id="{CA5823E6-F48A-1089-D08B-1B0AA89C0154}"/>
                  </a:ext>
                </a:extLst>
              </p:cNvPr>
              <p:cNvSpPr/>
              <p:nvPr/>
            </p:nvSpPr>
            <p:spPr>
              <a:xfrm>
                <a:off x="4823312" y="448776"/>
                <a:ext cx="7187293" cy="1325563"/>
              </a:xfrm>
              <a:prstGeom prst="roundRect">
                <a:avLst/>
              </a:prstGeom>
              <a:solidFill>
                <a:srgbClr val="EEF7F8"/>
              </a:solidFill>
              <a:ln w="14288">
                <a:solidFill>
                  <a:srgbClr val="087E8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800" b="1" i="1" dirty="0">
                              <a:solidFill>
                                <a:srgbClr val="0B3D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dirty="0">
                              <a:solidFill>
                                <a:srgbClr val="0B3D4F"/>
                              </a:solidFill>
                              <a:latin typeface="Cambria Math" panose="02040503050406030204" pitchFamily="18" charset="0"/>
                            </a:rPr>
                            <m:t>𝑴𝑼𝑪</m:t>
                          </m:r>
                        </m:e>
                        <m:sub>
                          <m:r>
                            <a:rPr lang="nb-NO" sz="2800" b="1" i="1" dirty="0" smtClean="0">
                              <a:solidFill>
                                <a:srgbClr val="0B3D4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en-GB" sz="2800" b="1" i="1" dirty="0">
                              <a:solidFill>
                                <a:srgbClr val="0B3D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dirty="0">
                              <a:solidFill>
                                <a:srgbClr val="0B3D4F"/>
                              </a:solidFill>
                              <a:latin typeface="Cambria Math" panose="02040503050406030204" pitchFamily="18" charset="0"/>
                            </a:rPr>
                            <m:t>𝑴𝑼𝑪</m:t>
                          </m:r>
                        </m:e>
                        <m:sub>
                          <m:r>
                            <a:rPr lang="nb-NO" sz="2800" b="1" i="1" dirty="0" smtClean="0">
                              <a:solidFill>
                                <a:srgbClr val="0B3D4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𝟑𝟏𝟒</m:t>
                      </m:r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𝟐𝟖𝟓</m:t>
                      </m:r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nb-NO" sz="2800" b="1" i="1" dirty="0" smtClean="0">
                          <a:solidFill>
                            <a:srgbClr val="0B3D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6" name="Rectangle: Rounded Corners 6">
                <a:extLst>
                  <a:ext uri="{FF2B5EF4-FFF2-40B4-BE49-F238E27FC236}">
                    <a16:creationId xmlns:a16="http://schemas.microsoft.com/office/drawing/2014/main" id="{CA5823E6-F48A-1089-D08B-1B0AA89C0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312" y="448776"/>
                <a:ext cx="7187293" cy="132556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4288">
                <a:solidFill>
                  <a:srgbClr val="087E8B"/>
                </a:solidFill>
              </a:ln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639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FD608-D802-9794-713B-FE2ED3F5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9479886-0040-37E6-E8CD-9E8F55E5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Løsning</a:t>
            </a:r>
          </a:p>
        </p:txBody>
      </p:sp>
      <p:sp>
        <p:nvSpPr>
          <p:cNvPr id="4" name="TextBox 29">
            <a:extLst>
              <a:ext uri="{FF2B5EF4-FFF2-40B4-BE49-F238E27FC236}">
                <a16:creationId xmlns:a16="http://schemas.microsoft.com/office/drawing/2014/main" id="{E1304FB6-9AAB-C19C-5271-3ADCE1888A5B}"/>
              </a:ext>
            </a:extLst>
          </p:cNvPr>
          <p:cNvSpPr txBox="1"/>
          <p:nvPr/>
        </p:nvSpPr>
        <p:spPr>
          <a:xfrm>
            <a:off x="3233305" y="1439622"/>
            <a:ext cx="1554956" cy="53604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noAutofit/>
          </a:bodyPr>
          <a:lstStyle/>
          <a:p>
            <a:r>
              <a:rPr lang="en-GB" sz="1575" dirty="0">
                <a:solidFill>
                  <a:srgbClr val="1C2930"/>
                </a:solidFill>
                <a:latin typeface="Aptos" panose="020B0004020202020204" pitchFamily="34" charset="0"/>
              </a:rPr>
              <a:t>Marginal </a:t>
            </a:r>
            <a:r>
              <a:rPr lang="en-GB" sz="1575" dirty="0" err="1">
                <a:solidFill>
                  <a:srgbClr val="1C2930"/>
                </a:solidFill>
                <a:latin typeface="Aptos" panose="020B0004020202020204" pitchFamily="34" charset="0"/>
              </a:rPr>
              <a:t>netto</a:t>
            </a:r>
            <a:r>
              <a:rPr lang="en-GB" sz="1575" dirty="0">
                <a:solidFill>
                  <a:srgbClr val="1C2930"/>
                </a:solidFill>
                <a:latin typeface="Aptos" panose="020B0004020202020204" pitchFamily="34" charset="0"/>
              </a:rPr>
              <a:t> </a:t>
            </a:r>
            <a:r>
              <a:rPr lang="en-GB" sz="1575" dirty="0" err="1">
                <a:solidFill>
                  <a:srgbClr val="1C2930"/>
                </a:solidFill>
                <a:latin typeface="Aptos" panose="020B0004020202020204" pitchFamily="34" charset="0"/>
              </a:rPr>
              <a:t>nytte</a:t>
            </a:r>
            <a:r>
              <a:rPr lang="en-GB" sz="1575" dirty="0">
                <a:solidFill>
                  <a:srgbClr val="1C2930"/>
                </a:solidFill>
                <a:latin typeface="Aptos" panose="020B0004020202020204" pitchFamily="34" charset="0"/>
              </a:rPr>
              <a:t> </a:t>
            </a:r>
            <a:r>
              <a:rPr lang="en-GB" sz="1575" dirty="0" err="1">
                <a:solidFill>
                  <a:srgbClr val="1C2930"/>
                </a:solidFill>
                <a:latin typeface="Aptos" panose="020B0004020202020204" pitchFamily="34" charset="0"/>
              </a:rPr>
              <a:t>i</a:t>
            </a:r>
            <a:r>
              <a:rPr lang="en-GB" sz="1575" dirty="0">
                <a:solidFill>
                  <a:srgbClr val="1C2930"/>
                </a:solidFill>
                <a:latin typeface="Aptos" panose="020B0004020202020204" pitchFamily="34" charset="0"/>
              </a:rPr>
              <a:t> </a:t>
            </a:r>
            <a:r>
              <a:rPr lang="en-GB" sz="1575" dirty="0" err="1">
                <a:solidFill>
                  <a:srgbClr val="1C2930"/>
                </a:solidFill>
                <a:latin typeface="Aptos" panose="020B0004020202020204" pitchFamily="34" charset="0"/>
              </a:rPr>
              <a:t>periode</a:t>
            </a:r>
            <a:r>
              <a:rPr lang="en-GB" sz="1575" dirty="0">
                <a:solidFill>
                  <a:srgbClr val="1C2930"/>
                </a:solidFill>
                <a:latin typeface="Aptos" panose="020B0004020202020204" pitchFamily="34" charset="0"/>
              </a:rPr>
              <a:t> 1</a:t>
            </a:r>
          </a:p>
        </p:txBody>
      </p:sp>
      <p:sp>
        <p:nvSpPr>
          <p:cNvPr id="5" name="TextBox 31">
            <a:extLst>
              <a:ext uri="{FF2B5EF4-FFF2-40B4-BE49-F238E27FC236}">
                <a16:creationId xmlns:a16="http://schemas.microsoft.com/office/drawing/2014/main" id="{E0E9A17E-CD1F-BE32-DD32-7E30464C9262}"/>
              </a:ext>
            </a:extLst>
          </p:cNvPr>
          <p:cNvSpPr txBox="1"/>
          <p:nvPr/>
        </p:nvSpPr>
        <p:spPr>
          <a:xfrm>
            <a:off x="6939721" y="1424707"/>
            <a:ext cx="2041920" cy="53604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noAutofit/>
          </a:bodyPr>
          <a:lstStyle/>
          <a:p>
            <a:r>
              <a:rPr lang="nn-NO" sz="1575" dirty="0" err="1">
                <a:solidFill>
                  <a:srgbClr val="1C2930"/>
                </a:solidFill>
                <a:latin typeface="Aptos" panose="020B0004020202020204" pitchFamily="34" charset="0"/>
              </a:rPr>
              <a:t>Nåverdi</a:t>
            </a:r>
            <a:r>
              <a:rPr lang="nn-NO" sz="1575" dirty="0">
                <a:solidFill>
                  <a:srgbClr val="1C2930"/>
                </a:solidFill>
                <a:latin typeface="Aptos" panose="020B0004020202020204" pitchFamily="34" charset="0"/>
              </a:rPr>
              <a:t> av marginal netto nytte i periode 2</a:t>
            </a:r>
            <a:endParaRPr lang="en-GB" sz="1575" dirty="0">
              <a:solidFill>
                <a:srgbClr val="1C2930"/>
              </a:solidFill>
              <a:latin typeface="Aptos" panose="020B0004020202020204" pitchFamily="34" charset="0"/>
            </a:endParaRPr>
          </a:p>
        </p:txBody>
      </p:sp>
      <p:cxnSp>
        <p:nvCxnSpPr>
          <p:cNvPr id="7" name="Straight Connector 33">
            <a:extLst>
              <a:ext uri="{FF2B5EF4-FFF2-40B4-BE49-F238E27FC236}">
                <a16:creationId xmlns:a16="http://schemas.microsoft.com/office/drawing/2014/main" id="{7054F1B5-5F0F-A78C-3DF7-926A1DD70C9D}"/>
              </a:ext>
            </a:extLst>
          </p:cNvPr>
          <p:cNvCxnSpPr>
            <a:cxnSpLocks/>
          </p:cNvCxnSpPr>
          <p:nvPr/>
        </p:nvCxnSpPr>
        <p:spPr>
          <a:xfrm>
            <a:off x="3852429" y="5763071"/>
            <a:ext cx="4524375" cy="0"/>
          </a:xfrm>
          <a:prstGeom prst="line">
            <a:avLst/>
          </a:prstGeom>
          <a:ln w="13335">
            <a:solidFill>
              <a:srgbClr val="0B3D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4">
            <a:extLst>
              <a:ext uri="{FF2B5EF4-FFF2-40B4-BE49-F238E27FC236}">
                <a16:creationId xmlns:a16="http://schemas.microsoft.com/office/drawing/2014/main" id="{A01BDDC5-8492-0F4D-590C-C241D82D96F8}"/>
              </a:ext>
            </a:extLst>
          </p:cNvPr>
          <p:cNvCxnSpPr>
            <a:cxnSpLocks/>
          </p:cNvCxnSpPr>
          <p:nvPr/>
        </p:nvCxnSpPr>
        <p:spPr>
          <a:xfrm flipV="1">
            <a:off x="3852429" y="2286446"/>
            <a:ext cx="0" cy="3476625"/>
          </a:xfrm>
          <a:prstGeom prst="line">
            <a:avLst/>
          </a:prstGeom>
          <a:ln w="13335">
            <a:solidFill>
              <a:srgbClr val="0B3D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35">
            <a:extLst>
              <a:ext uri="{FF2B5EF4-FFF2-40B4-BE49-F238E27FC236}">
                <a16:creationId xmlns:a16="http://schemas.microsoft.com/office/drawing/2014/main" id="{7BDD0666-D46C-4D37-0B87-E73DF22E91EA}"/>
              </a:ext>
            </a:extLst>
          </p:cNvPr>
          <p:cNvCxnSpPr>
            <a:cxnSpLocks/>
          </p:cNvCxnSpPr>
          <p:nvPr/>
        </p:nvCxnSpPr>
        <p:spPr>
          <a:xfrm flipV="1">
            <a:off x="8376804" y="2286446"/>
            <a:ext cx="0" cy="3476625"/>
          </a:xfrm>
          <a:prstGeom prst="line">
            <a:avLst/>
          </a:prstGeom>
          <a:ln w="13335">
            <a:solidFill>
              <a:srgbClr val="0B3D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6">
            <a:extLst>
              <a:ext uri="{FF2B5EF4-FFF2-40B4-BE49-F238E27FC236}">
                <a16:creationId xmlns:a16="http://schemas.microsoft.com/office/drawing/2014/main" id="{2F211370-3BA7-FDEB-ED0C-EE3AC5BED421}"/>
              </a:ext>
            </a:extLst>
          </p:cNvPr>
          <p:cNvCxnSpPr>
            <a:cxnSpLocks/>
          </p:cNvCxnSpPr>
          <p:nvPr/>
        </p:nvCxnSpPr>
        <p:spPr>
          <a:xfrm>
            <a:off x="3852429" y="2572196"/>
            <a:ext cx="3381375" cy="3190875"/>
          </a:xfrm>
          <a:prstGeom prst="line">
            <a:avLst/>
          </a:prstGeom>
          <a:ln w="23813">
            <a:solidFill>
              <a:srgbClr val="A82A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7">
            <a:extLst>
              <a:ext uri="{FF2B5EF4-FFF2-40B4-BE49-F238E27FC236}">
                <a16:creationId xmlns:a16="http://schemas.microsoft.com/office/drawing/2014/main" id="{589A660D-5037-7AD5-BEF5-6F074F5457F0}"/>
              </a:ext>
            </a:extLst>
          </p:cNvPr>
          <p:cNvCxnSpPr>
            <a:cxnSpLocks/>
          </p:cNvCxnSpPr>
          <p:nvPr/>
        </p:nvCxnSpPr>
        <p:spPr>
          <a:xfrm flipV="1">
            <a:off x="4995429" y="3591371"/>
            <a:ext cx="3381375" cy="2171700"/>
          </a:xfrm>
          <a:prstGeom prst="line">
            <a:avLst/>
          </a:prstGeom>
          <a:ln w="23813">
            <a:solidFill>
              <a:srgbClr val="35B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38">
            <a:extLst>
              <a:ext uri="{FF2B5EF4-FFF2-40B4-BE49-F238E27FC236}">
                <a16:creationId xmlns:a16="http://schemas.microsoft.com/office/drawing/2014/main" id="{79FC7927-223D-5686-E15C-F306DD825427}"/>
              </a:ext>
            </a:extLst>
          </p:cNvPr>
          <p:cNvSpPr txBox="1"/>
          <p:nvPr/>
        </p:nvSpPr>
        <p:spPr>
          <a:xfrm>
            <a:off x="3106882" y="2448371"/>
            <a:ext cx="678872" cy="305212"/>
          </a:xfrm>
          <a:prstGeom prst="rect">
            <a:avLst/>
          </a:prstGeom>
          <a:noFill/>
        </p:spPr>
        <p:txBody>
          <a:bodyPr vert="horz" lIns="50800" tIns="25400" rIns="50800" bIns="25400" rtlCol="0" anchor="t">
            <a:noAutofit/>
          </a:bodyPr>
          <a:lstStyle/>
          <a:p>
            <a:pPr algn="ctr"/>
            <a:r>
              <a:rPr lang="en-GB" sz="1650" dirty="0">
                <a:solidFill>
                  <a:srgbClr val="1C2930"/>
                </a:solidFill>
                <a:latin typeface="Aptos" panose="020B0004020202020204" pitchFamily="34" charset="0"/>
              </a:rPr>
              <a:t>800</a:t>
            </a:r>
          </a:p>
        </p:txBody>
      </p:sp>
      <p:sp>
        <p:nvSpPr>
          <p:cNvPr id="13" name="TextBox 39">
            <a:extLst>
              <a:ext uri="{FF2B5EF4-FFF2-40B4-BE49-F238E27FC236}">
                <a16:creationId xmlns:a16="http://schemas.microsoft.com/office/drawing/2014/main" id="{97253C43-33D9-7540-143B-B500C1B0149B}"/>
              </a:ext>
            </a:extLst>
          </p:cNvPr>
          <p:cNvSpPr txBox="1"/>
          <p:nvPr/>
        </p:nvSpPr>
        <p:spPr>
          <a:xfrm>
            <a:off x="8491103" y="3467546"/>
            <a:ext cx="580155" cy="305212"/>
          </a:xfrm>
          <a:prstGeom prst="rect">
            <a:avLst/>
          </a:prstGeom>
          <a:noFill/>
        </p:spPr>
        <p:txBody>
          <a:bodyPr vert="horz" lIns="50800" tIns="25400" rIns="50800" bIns="25400" rtlCol="0" anchor="t">
            <a:noAutofit/>
          </a:bodyPr>
          <a:lstStyle/>
          <a:p>
            <a:pPr latinLnBrk="1"/>
            <a:r>
              <a:rPr lang="nb-NO" dirty="0"/>
              <a:t>727</a:t>
            </a:r>
          </a:p>
        </p:txBody>
      </p:sp>
      <p:cxnSp>
        <p:nvCxnSpPr>
          <p:cNvPr id="15" name="Straight Connector 41">
            <a:extLst>
              <a:ext uri="{FF2B5EF4-FFF2-40B4-BE49-F238E27FC236}">
                <a16:creationId xmlns:a16="http://schemas.microsoft.com/office/drawing/2014/main" id="{E0531628-F247-7A9F-2C4A-6BC0AAFFB948}"/>
              </a:ext>
            </a:extLst>
          </p:cNvPr>
          <p:cNvCxnSpPr>
            <a:cxnSpLocks/>
          </p:cNvCxnSpPr>
          <p:nvPr/>
        </p:nvCxnSpPr>
        <p:spPr>
          <a:xfrm>
            <a:off x="6321785" y="4941540"/>
            <a:ext cx="0" cy="821531"/>
          </a:xfrm>
          <a:prstGeom prst="line">
            <a:avLst/>
          </a:prstGeom>
          <a:ln w="14288">
            <a:solidFill>
              <a:srgbClr val="1C29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42">
            <a:extLst>
              <a:ext uri="{FF2B5EF4-FFF2-40B4-BE49-F238E27FC236}">
                <a16:creationId xmlns:a16="http://schemas.microsoft.com/office/drawing/2014/main" id="{B9B730D5-B84C-5FC9-F202-D542887F36C1}"/>
              </a:ext>
            </a:extLst>
          </p:cNvPr>
          <p:cNvSpPr txBox="1"/>
          <p:nvPr/>
        </p:nvSpPr>
        <p:spPr>
          <a:xfrm>
            <a:off x="4376304" y="2667446"/>
            <a:ext cx="1000125" cy="328295"/>
          </a:xfrm>
          <a:prstGeom prst="rect">
            <a:avLst/>
          </a:prstGeom>
          <a:noFill/>
        </p:spPr>
        <p:txBody>
          <a:bodyPr vert="horz" lIns="50800" tIns="25400" rIns="50800" bIns="25400" rtlCol="0" anchor="t">
            <a:noAutofit/>
          </a:bodyPr>
          <a:lstStyle/>
          <a:p>
            <a:pPr algn="ctr"/>
            <a:r>
              <a:rPr lang="en-GB" b="1" dirty="0">
                <a:solidFill>
                  <a:srgbClr val="A82AB3"/>
                </a:solidFill>
                <a:latin typeface="Aptos" panose="020B0004020202020204" pitchFamily="34" charset="0"/>
              </a:rPr>
              <a:t>MNB₁</a:t>
            </a:r>
          </a:p>
        </p:txBody>
      </p:sp>
      <p:sp>
        <p:nvSpPr>
          <p:cNvPr id="17" name="TextBox 43">
            <a:extLst>
              <a:ext uri="{FF2B5EF4-FFF2-40B4-BE49-F238E27FC236}">
                <a16:creationId xmlns:a16="http://schemas.microsoft.com/office/drawing/2014/main" id="{9D07DAE7-43D0-B5BD-88E7-D55D71A1D896}"/>
              </a:ext>
            </a:extLst>
          </p:cNvPr>
          <p:cNvSpPr txBox="1"/>
          <p:nvPr/>
        </p:nvSpPr>
        <p:spPr>
          <a:xfrm>
            <a:off x="7090928" y="3282185"/>
            <a:ext cx="1285875" cy="328295"/>
          </a:xfrm>
          <a:prstGeom prst="rect">
            <a:avLst/>
          </a:prstGeom>
          <a:noFill/>
        </p:spPr>
        <p:txBody>
          <a:bodyPr vert="horz" lIns="50800" tIns="25400" rIns="50800" bIns="25400" rtlCol="0" anchor="t">
            <a:noAutofit/>
          </a:bodyPr>
          <a:lstStyle/>
          <a:p>
            <a:pPr algn="ctr"/>
            <a:r>
              <a:rPr lang="en-GB" sz="1725" b="1" dirty="0">
                <a:solidFill>
                  <a:srgbClr val="35B85C"/>
                </a:solidFill>
                <a:latin typeface="Aptos" panose="020B0004020202020204" pitchFamily="34" charset="0"/>
              </a:rPr>
              <a:t>PV(MNB₂)</a:t>
            </a:r>
          </a:p>
        </p:txBody>
      </p:sp>
      <p:sp>
        <p:nvSpPr>
          <p:cNvPr id="18" name="TextBox 44">
            <a:extLst>
              <a:ext uri="{FF2B5EF4-FFF2-40B4-BE49-F238E27FC236}">
                <a16:creationId xmlns:a16="http://schemas.microsoft.com/office/drawing/2014/main" id="{F3199783-D592-2BDE-235B-A049DBC67287}"/>
              </a:ext>
            </a:extLst>
          </p:cNvPr>
          <p:cNvSpPr txBox="1"/>
          <p:nvPr/>
        </p:nvSpPr>
        <p:spPr>
          <a:xfrm>
            <a:off x="3709554" y="5810696"/>
            <a:ext cx="333375" cy="235962"/>
          </a:xfrm>
          <a:prstGeom prst="rect">
            <a:avLst/>
          </a:prstGeom>
          <a:noFill/>
        </p:spPr>
        <p:txBody>
          <a:bodyPr vert="horz" lIns="50800" tIns="25400" rIns="50800" bIns="25400" rtlCol="0" anchor="t">
            <a:noAutofit/>
          </a:bodyPr>
          <a:lstStyle/>
          <a:p>
            <a:pPr algn="ctr"/>
            <a:r>
              <a:rPr lang="en-GB" sz="1200">
                <a:solidFill>
                  <a:srgbClr val="1C2930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9" name="TextBox 45">
            <a:extLst>
              <a:ext uri="{FF2B5EF4-FFF2-40B4-BE49-F238E27FC236}">
                <a16:creationId xmlns:a16="http://schemas.microsoft.com/office/drawing/2014/main" id="{2BED9BC8-D3CA-DE3A-BC8E-A3B254DEAEBD}"/>
              </a:ext>
            </a:extLst>
          </p:cNvPr>
          <p:cNvSpPr txBox="1"/>
          <p:nvPr/>
        </p:nvSpPr>
        <p:spPr>
          <a:xfrm>
            <a:off x="8084130" y="5810696"/>
            <a:ext cx="464124" cy="218720"/>
          </a:xfrm>
          <a:prstGeom prst="rect">
            <a:avLst/>
          </a:prstGeom>
          <a:noFill/>
        </p:spPr>
        <p:txBody>
          <a:bodyPr vert="horz" lIns="50800" tIns="25400" rIns="50800" bIns="25400" rtlCol="0" anchor="t">
            <a:noAutofit/>
          </a:bodyPr>
          <a:lstStyle/>
          <a:p>
            <a:pPr algn="ctr"/>
            <a:r>
              <a:rPr lang="en-GB" sz="1200" dirty="0">
                <a:solidFill>
                  <a:srgbClr val="1C2930"/>
                </a:solidFill>
                <a:latin typeface="Aptos" panose="020B0004020202020204" pitchFamily="34" charset="0"/>
              </a:rPr>
              <a:t>1000</a:t>
            </a:r>
          </a:p>
        </p:txBody>
      </p:sp>
      <p:sp>
        <p:nvSpPr>
          <p:cNvPr id="20" name="TextBox 46">
            <a:extLst>
              <a:ext uri="{FF2B5EF4-FFF2-40B4-BE49-F238E27FC236}">
                <a16:creationId xmlns:a16="http://schemas.microsoft.com/office/drawing/2014/main" id="{2CECECC5-D311-B729-1AB6-8936D77C71BF}"/>
              </a:ext>
            </a:extLst>
          </p:cNvPr>
          <p:cNvSpPr txBox="1"/>
          <p:nvPr/>
        </p:nvSpPr>
        <p:spPr>
          <a:xfrm>
            <a:off x="3629889" y="6182893"/>
            <a:ext cx="488373" cy="235960"/>
          </a:xfrm>
          <a:prstGeom prst="rect">
            <a:avLst/>
          </a:prstGeom>
          <a:noFill/>
        </p:spPr>
        <p:txBody>
          <a:bodyPr vert="horz" lIns="50800" tIns="25400" rIns="50800" bIns="25400" rtlCol="0" anchor="t">
            <a:noAutofit/>
          </a:bodyPr>
          <a:lstStyle/>
          <a:p>
            <a:pPr algn="ctr"/>
            <a:r>
              <a:rPr lang="en-GB" sz="1200" dirty="0">
                <a:solidFill>
                  <a:srgbClr val="35B85C"/>
                </a:solidFill>
                <a:latin typeface="Aptos" panose="020B0004020202020204" pitchFamily="34" charset="0"/>
              </a:rPr>
              <a:t>1000</a:t>
            </a:r>
          </a:p>
        </p:txBody>
      </p:sp>
      <p:sp>
        <p:nvSpPr>
          <p:cNvPr id="21" name="TextBox 47">
            <a:extLst>
              <a:ext uri="{FF2B5EF4-FFF2-40B4-BE49-F238E27FC236}">
                <a16:creationId xmlns:a16="http://schemas.microsoft.com/office/drawing/2014/main" id="{7C80E5FD-1052-4D14-B374-8DE77B09D262}"/>
              </a:ext>
            </a:extLst>
          </p:cNvPr>
          <p:cNvSpPr txBox="1"/>
          <p:nvPr/>
        </p:nvSpPr>
        <p:spPr>
          <a:xfrm>
            <a:off x="8262504" y="6191696"/>
            <a:ext cx="333375" cy="235962"/>
          </a:xfrm>
          <a:prstGeom prst="rect">
            <a:avLst/>
          </a:prstGeom>
          <a:noFill/>
        </p:spPr>
        <p:txBody>
          <a:bodyPr vert="horz" lIns="50800" tIns="25400" rIns="50800" bIns="25400" rtlCol="0" anchor="t">
            <a:noAutofit/>
          </a:bodyPr>
          <a:lstStyle/>
          <a:p>
            <a:pPr algn="ctr"/>
            <a:r>
              <a:rPr lang="en-GB" sz="1200">
                <a:solidFill>
                  <a:srgbClr val="35B85C"/>
                </a:solidFill>
                <a:latin typeface="Aptos" panose="020B0004020202020204" pitchFamily="34" charset="0"/>
              </a:rPr>
              <a:t>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48">
                <a:extLst>
                  <a:ext uri="{FF2B5EF4-FFF2-40B4-BE49-F238E27FC236}">
                    <a16:creationId xmlns:a16="http://schemas.microsoft.com/office/drawing/2014/main" id="{5F1E37D2-DE4D-DDA0-C693-65CEEA11A144}"/>
                  </a:ext>
                </a:extLst>
              </p:cNvPr>
              <p:cNvSpPr txBox="1"/>
              <p:nvPr/>
            </p:nvSpPr>
            <p:spPr>
              <a:xfrm>
                <a:off x="5643129" y="5858321"/>
                <a:ext cx="1428750" cy="282129"/>
              </a:xfrm>
              <a:prstGeom prst="rect">
                <a:avLst/>
              </a:prstGeom>
              <a:noFill/>
            </p:spPr>
            <p:txBody>
              <a:bodyPr vert="horz" lIns="50800" tIns="25400" rIns="50800" bIns="25400" rtlCol="0" anchor="t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nb-NO" sz="16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nb-NO" sz="16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nb-NO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nb-NO" sz="160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nb-NO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≈514.3</m:t>
                      </m:r>
                    </m:oMath>
                  </m:oMathPara>
                </a14:m>
                <a:endParaRPr lang="en-GB" sz="1500" b="1" dirty="0">
                  <a:solidFill>
                    <a:srgbClr val="0B3D4F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22" name="TextBox 48">
                <a:extLst>
                  <a:ext uri="{FF2B5EF4-FFF2-40B4-BE49-F238E27FC236}">
                    <a16:creationId xmlns:a16="http://schemas.microsoft.com/office/drawing/2014/main" id="{5F1E37D2-DE4D-DDA0-C693-65CEEA11A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129" y="5858321"/>
                <a:ext cx="1428750" cy="282129"/>
              </a:xfrm>
              <a:prstGeom prst="rect">
                <a:avLst/>
              </a:prstGeom>
              <a:blipFill>
                <a:blip r:embed="rId2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49">
                <a:extLst>
                  <a:ext uri="{FF2B5EF4-FFF2-40B4-BE49-F238E27FC236}">
                    <a16:creationId xmlns:a16="http://schemas.microsoft.com/office/drawing/2014/main" id="{9FCF9574-B07F-190F-4DF6-3743510C7A27}"/>
                  </a:ext>
                </a:extLst>
              </p:cNvPr>
              <p:cNvSpPr txBox="1"/>
              <p:nvPr/>
            </p:nvSpPr>
            <p:spPr>
              <a:xfrm>
                <a:off x="5643129" y="6210746"/>
                <a:ext cx="1428750" cy="282129"/>
              </a:xfrm>
              <a:prstGeom prst="rect">
                <a:avLst/>
              </a:prstGeom>
              <a:noFill/>
            </p:spPr>
            <p:txBody>
              <a:bodyPr vert="horz" lIns="50800" tIns="25400" rIns="50800" bIns="25400" rtlCol="0" anchor="t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nb-NO" sz="16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nb-NO" sz="16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nb-NO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nb-NO" sz="160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nb-NO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≈485.7</m:t>
                      </m:r>
                    </m:oMath>
                  </m:oMathPara>
                </a14:m>
                <a:endParaRPr lang="en-GB" sz="1500" b="1" dirty="0">
                  <a:solidFill>
                    <a:srgbClr val="0B3D4F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23" name="TextBox 49">
                <a:extLst>
                  <a:ext uri="{FF2B5EF4-FFF2-40B4-BE49-F238E27FC236}">
                    <a16:creationId xmlns:a16="http://schemas.microsoft.com/office/drawing/2014/main" id="{9FCF9574-B07F-190F-4DF6-3743510C7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129" y="6210746"/>
                <a:ext cx="1428750" cy="282129"/>
              </a:xfrm>
              <a:prstGeom prst="rect">
                <a:avLst/>
              </a:prstGeom>
              <a:blipFill>
                <a:blip r:embed="rId3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kstSylinder 30">
                <a:extLst>
                  <a:ext uri="{FF2B5EF4-FFF2-40B4-BE49-F238E27FC236}">
                    <a16:creationId xmlns:a16="http://schemas.microsoft.com/office/drawing/2014/main" id="{C8BD3D36-D9D4-44EF-42A8-1D9A6133716C}"/>
                  </a:ext>
                </a:extLst>
              </p:cNvPr>
              <p:cNvSpPr txBox="1"/>
              <p:nvPr/>
            </p:nvSpPr>
            <p:spPr>
              <a:xfrm>
                <a:off x="1359154" y="4842847"/>
                <a:ext cx="31703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b-NO" i="1" smtClean="0">
                          <a:latin typeface="Cambria Math" panose="02040503050406030204" pitchFamily="18" charset="0"/>
                        </a:rPr>
                        <m:t>𝑀𝑈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>
                          <a:latin typeface="Cambria Math" panose="02040503050406030204" pitchFamily="18" charset="0"/>
                        </a:rPr>
                        <m:t>≈285.7</m:t>
                      </m:r>
                    </m:oMath>
                  </m:oMathPara>
                </a14:m>
                <a:endParaRPr lang="nb-NO" dirty="0"/>
              </a:p>
            </p:txBody>
          </p:sp>
        </mc:Choice>
        <mc:Fallback>
          <p:sp>
            <p:nvSpPr>
              <p:cNvPr id="31" name="TekstSylinder 30">
                <a:extLst>
                  <a:ext uri="{FF2B5EF4-FFF2-40B4-BE49-F238E27FC236}">
                    <a16:creationId xmlns:a16="http://schemas.microsoft.com/office/drawing/2014/main" id="{C8BD3D36-D9D4-44EF-42A8-1D9A61337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54" y="4842847"/>
                <a:ext cx="317030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41">
            <a:extLst>
              <a:ext uri="{FF2B5EF4-FFF2-40B4-BE49-F238E27FC236}">
                <a16:creationId xmlns:a16="http://schemas.microsoft.com/office/drawing/2014/main" id="{0206C805-0352-6216-1E4C-137556CC5961}"/>
              </a:ext>
            </a:extLst>
          </p:cNvPr>
          <p:cNvCxnSpPr>
            <a:cxnSpLocks/>
          </p:cNvCxnSpPr>
          <p:nvPr/>
        </p:nvCxnSpPr>
        <p:spPr>
          <a:xfrm flipH="1">
            <a:off x="3852428" y="4941540"/>
            <a:ext cx="2469357" cy="41454"/>
          </a:xfrm>
          <a:prstGeom prst="line">
            <a:avLst/>
          </a:prstGeom>
          <a:ln w="14288">
            <a:solidFill>
              <a:srgbClr val="1C29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664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A4C34B7-AA58-DA8B-16A0-DD8E9FFFF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Olje i bakken eller penger i banken?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345CE21-70D4-FC98-905D-1DC9EE985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nb-NO" dirty="0"/>
              <a:t>En ressurseier kan: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nb-NO" dirty="0"/>
              <a:t>utvinne i dag og plassere avkastningen i banken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nb-NO" dirty="0"/>
              <a:t>la ressursen ligge i bakken og selge den senere</a:t>
            </a:r>
          </a:p>
          <a:p>
            <a:endParaRPr lang="nb-NO" dirty="0"/>
          </a:p>
          <a:p>
            <a:pPr marL="0" indent="0">
              <a:buNone/>
            </a:pPr>
            <a:r>
              <a:rPr lang="nb-NO" dirty="0"/>
              <a:t>Hva burde en privat person gjøre?</a:t>
            </a:r>
          </a:p>
        </p:txBody>
      </p:sp>
    </p:spTree>
    <p:extLst>
      <p:ext uri="{BB962C8B-B14F-4D97-AF65-F5344CB8AC3E}">
        <p14:creationId xmlns:p14="http://schemas.microsoft.com/office/powerpoint/2010/main" val="3229059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87EB884-0F1A-ACBA-4D55-A85076AB1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Så bytter vi perspektiv: privat eier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lassholder for innhold 5">
                <a:extLst>
                  <a:ext uri="{FF2B5EF4-FFF2-40B4-BE49-F238E27FC236}">
                    <a16:creationId xmlns:a16="http://schemas.microsoft.com/office/drawing/2014/main" id="{C3CD3966-527F-657A-95AF-78E45CAC78A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566555"/>
                <a:ext cx="5181600" cy="36104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nb-NO" b="1" dirty="0"/>
                  <a:t>Alternativ 1: Utvinn nå</a:t>
                </a:r>
              </a:p>
              <a:p>
                <a:r>
                  <a:rPr lang="nb-NO" dirty="0"/>
                  <a:t>Knapphetsrenten i periode 1 er: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nb-NO" i="1" dirty="0">
                        <a:latin typeface="Cambria Math" panose="02040503050406030204" pitchFamily="18" charset="0"/>
                      </a:rPr>
                      <m:t>285.7</m:t>
                    </m:r>
                  </m:oMath>
                </a14:m>
              </a:p>
              <a:p>
                <a:r>
                  <a:rPr lang="nb-NO" dirty="0"/>
                  <a:t>Hvis den investeres til 10 prosent: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 dirty="0" smtClean="0">
                          <a:latin typeface="Cambria Math" panose="02040503050406030204" pitchFamily="18" charset="0"/>
                        </a:rPr>
                        <m:t>285.7</m:t>
                      </m:r>
                      <m:r>
                        <a:rPr lang="nb-NO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nb-NO" i="1" dirty="0" smtClean="0">
                          <a:latin typeface="Cambria Math" panose="02040503050406030204" pitchFamily="18" charset="0"/>
                        </a:rPr>
                        <m:t>(1.10</m:t>
                      </m:r>
                      <m:r>
                        <a:rPr lang="nb-NO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nb-NO" i="1" dirty="0" smtClean="0">
                          <a:latin typeface="Cambria Math" panose="02040503050406030204" pitchFamily="18" charset="0"/>
                        </a:rPr>
                        <m:t>314.3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Plassholder for innhold 5">
                <a:extLst>
                  <a:ext uri="{FF2B5EF4-FFF2-40B4-BE49-F238E27FC236}">
                    <a16:creationId xmlns:a16="http://schemas.microsoft.com/office/drawing/2014/main" id="{C3CD3966-527F-657A-95AF-78E45CAC78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566555"/>
                <a:ext cx="5181600" cy="3610408"/>
              </a:xfrm>
              <a:blipFill>
                <a:blip r:embed="rId2"/>
                <a:stretch>
                  <a:fillRect l="-2471" t="-287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Plassholder for innhold 6">
                <a:extLst>
                  <a:ext uri="{FF2B5EF4-FFF2-40B4-BE49-F238E27FC236}">
                    <a16:creationId xmlns:a16="http://schemas.microsoft.com/office/drawing/2014/main" id="{B6B84219-A7FA-B1C8-8531-C4DA7DCA324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2566555"/>
                <a:ext cx="5181600" cy="36104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nb-NO" b="1" dirty="0"/>
                  <a:t>Alternativ 2: La ressursen ligge</a:t>
                </a:r>
              </a:p>
              <a:p>
                <a:r>
                  <a:rPr lang="nb-NO" dirty="0"/>
                  <a:t>Hvis enheten beholdes til periode 2, er knapphetsrenten: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nb-NO" i="1" dirty="0" smtClean="0">
                        <a:latin typeface="Cambria Math" panose="02040503050406030204" pitchFamily="18" charset="0"/>
                      </a:rPr>
                      <m:t>314.3</m:t>
                    </m:r>
                  </m:oMath>
                </a14:m>
              </a:p>
              <a:p>
                <a:r>
                  <a:rPr lang="nb-NO" dirty="0"/>
                  <a:t>Eieren er derfor indifferent.</a:t>
                </a:r>
              </a:p>
              <a:p>
                <a:endParaRPr lang="nb-NO" dirty="0"/>
              </a:p>
            </p:txBody>
          </p:sp>
        </mc:Choice>
        <mc:Fallback>
          <p:sp>
            <p:nvSpPr>
              <p:cNvPr id="7" name="Plassholder for innhold 6">
                <a:extLst>
                  <a:ext uri="{FF2B5EF4-FFF2-40B4-BE49-F238E27FC236}">
                    <a16:creationId xmlns:a16="http://schemas.microsoft.com/office/drawing/2014/main" id="{B6B84219-A7FA-B1C8-8531-C4DA7DCA32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2566555"/>
                <a:ext cx="5181600" cy="3610408"/>
              </a:xfrm>
              <a:blipFill>
                <a:blip r:embed="rId3"/>
                <a:stretch>
                  <a:fillRect l="-2471" t="-287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ktangel: avrundede hjørner 4">
            <a:extLst>
              <a:ext uri="{FF2B5EF4-FFF2-40B4-BE49-F238E27FC236}">
                <a16:creationId xmlns:a16="http://schemas.microsoft.com/office/drawing/2014/main" id="{320DA608-6F1A-28D0-FB26-4236AB9CC6AD}"/>
              </a:ext>
            </a:extLst>
          </p:cNvPr>
          <p:cNvSpPr/>
          <p:nvPr/>
        </p:nvSpPr>
        <p:spPr>
          <a:xfrm>
            <a:off x="976448" y="1390051"/>
            <a:ext cx="10239103" cy="1040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2800" dirty="0"/>
              <a:t>Anta nå at ressursen eies privat. Hvorfor skulle eieren la noe ligge i bakken til neste periode?</a:t>
            </a:r>
          </a:p>
        </p:txBody>
      </p:sp>
    </p:spTree>
    <p:extLst>
      <p:ext uri="{BB962C8B-B14F-4D97-AF65-F5344CB8AC3E}">
        <p14:creationId xmlns:p14="http://schemas.microsoft.com/office/powerpoint/2010/main" val="1157797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BA490ECC-117D-5CE5-5664-B57353DA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lærte vi av </a:t>
            </a:r>
            <a:r>
              <a:rPr lang="nb-NO" dirty="0" err="1"/>
              <a:t>toperiodemodellen</a:t>
            </a:r>
            <a:r>
              <a:rPr lang="nb-NO" dirty="0"/>
              <a:t>?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D02BAE98-AE51-FFC0-14E0-5B2B2DBB6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dirty="0"/>
              <a:t>Samfunnsplanleggeren fordeler uttaket slik at marginal netto nytte er lik i nåverdi</a:t>
            </a:r>
          </a:p>
          <a:p>
            <a:pPr lvl="0"/>
            <a:r>
              <a:rPr lang="nb-NO" dirty="0"/>
              <a:t>En privat eier sammenligner verdien av å utvinne nå med verdien av å vente</a:t>
            </a:r>
          </a:p>
          <a:p>
            <a:pPr lvl="0"/>
            <a:r>
              <a:rPr lang="nb-NO" dirty="0"/>
              <a:t>Begge får samme betingelse:</a:t>
            </a:r>
          </a:p>
          <a:p>
            <a:endParaRPr lang="nb-N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ktangel: avrundede hjørner 6">
                <a:extLst>
                  <a:ext uri="{FF2B5EF4-FFF2-40B4-BE49-F238E27FC236}">
                    <a16:creationId xmlns:a16="http://schemas.microsoft.com/office/drawing/2014/main" id="{B66E3DC9-8F69-2970-A5BF-17AA928B97BA}"/>
                  </a:ext>
                </a:extLst>
              </p:cNvPr>
              <p:cNvSpPr/>
              <p:nvPr/>
            </p:nvSpPr>
            <p:spPr>
              <a:xfrm>
                <a:off x="3110346" y="4270664"/>
                <a:ext cx="5205845" cy="112221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𝑀𝑈𝐶</m:t>
                          </m:r>
                        </m:e>
                        <m:sub>
                          <m:r>
                            <a:rPr lang="nb-NO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b-NO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nb-NO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nb-NO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nb-NO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en-GB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𝑀𝑈𝐶</m:t>
                          </m:r>
                        </m:e>
                        <m:sub>
                          <m:eqArr>
                            <m:eqArrPr>
                              <m:ctrlPr>
                                <a:rPr lang="nb-NO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nb-NO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/>
                          </m:eqArr>
                        </m:sub>
                      </m:sSub>
                    </m:oMath>
                  </m:oMathPara>
                </a14:m>
                <a:endParaRPr lang="en-GB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𝑀𝑈𝐶</m:t>
                          </m:r>
                        </m:e>
                        <m:sub>
                          <m:r>
                            <a:rPr lang="nb-NO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b-NO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b-NO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nb-NO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nb-NO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nb-NO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b-NO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nb-NO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GB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𝑀𝑈𝐶</m:t>
                          </m:r>
                        </m:e>
                        <m:sub>
                          <m:r>
                            <a:rPr lang="nb-NO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nb-NO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Rektangel: avrundede hjørner 6">
                <a:extLst>
                  <a:ext uri="{FF2B5EF4-FFF2-40B4-BE49-F238E27FC236}">
                    <a16:creationId xmlns:a16="http://schemas.microsoft.com/office/drawing/2014/main" id="{B66E3DC9-8F69-2970-A5BF-17AA928B9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346" y="4270664"/>
                <a:ext cx="5205845" cy="1122218"/>
              </a:xfrm>
              <a:prstGeom prst="roundRect">
                <a:avLst/>
              </a:prstGeom>
              <a:blipFill>
                <a:blip r:embed="rId2"/>
                <a:stretch>
                  <a:fillRect b="-2688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ktangel: avrundede hjørner 8">
            <a:extLst>
              <a:ext uri="{FF2B5EF4-FFF2-40B4-BE49-F238E27FC236}">
                <a16:creationId xmlns:a16="http://schemas.microsoft.com/office/drawing/2014/main" id="{F8265B39-927D-37E6-D2F9-E756F85FB1B7}"/>
              </a:ext>
            </a:extLst>
          </p:cNvPr>
          <p:cNvSpPr/>
          <p:nvPr/>
        </p:nvSpPr>
        <p:spPr>
          <a:xfrm>
            <a:off x="976448" y="5528284"/>
            <a:ext cx="10239103" cy="1040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b="1" dirty="0"/>
              <a:t>Poeng: </a:t>
            </a:r>
            <a:r>
              <a:rPr lang="nb-NO" sz="2800" dirty="0"/>
              <a:t>Ressursen i bakken må gi samme avkastning som penger i banken.</a:t>
            </a:r>
          </a:p>
        </p:txBody>
      </p:sp>
    </p:spTree>
    <p:extLst>
      <p:ext uri="{BB962C8B-B14F-4D97-AF65-F5344CB8AC3E}">
        <p14:creationId xmlns:p14="http://schemas.microsoft.com/office/powerpoint/2010/main" val="1088150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DC4707F-AB8F-CFFC-BB46-71927015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Hotellings</a:t>
            </a:r>
            <a:r>
              <a:rPr lang="nb-NO" dirty="0"/>
              <a:t> regel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67750248-0DF6-5345-803C-C67A81390C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𝑀𝑈𝐶</m:t>
                        </m:r>
                      </m:e>
                      <m:sub>
                        <m:r>
                          <a:rPr lang="nb-NO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nb-NO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=(1+</m:t>
                    </m:r>
                    <m:r>
                      <a:rPr lang="nb-NO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nb-NO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)∙</m:t>
                    </m:r>
                    <m:sSub>
                      <m:sSubPr>
                        <m:ctrlP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𝑀𝑈𝐶</m:t>
                        </m:r>
                      </m:e>
                      <m:sub>
                        <m:r>
                          <a:rPr lang="nb-NO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b-NO" dirty="0">
                    <a:solidFill>
                      <a:schemeClr val="tx1"/>
                    </a:solidFill>
                  </a:rPr>
                  <a:t>  </a:t>
                </a:r>
              </a:p>
              <a:p>
                <a:pPr marL="0" indent="0">
                  <a:buNone/>
                </a:pPr>
                <a:endParaRPr lang="nb-NO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r>
                  <a:rPr lang="nb-NO" dirty="0"/>
                  <a:t>Den marginale brukerkostnaden må vokse med renten.</a:t>
                </a:r>
                <a:endParaRPr lang="nb-NO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nb-NO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67750248-0DF6-5345-803C-C67A81390C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ktangel: avrundede hjørner 3">
                <a:extLst>
                  <a:ext uri="{FF2B5EF4-FFF2-40B4-BE49-F238E27FC236}">
                    <a16:creationId xmlns:a16="http://schemas.microsoft.com/office/drawing/2014/main" id="{2A27AC0D-9EB2-C6A6-F211-50402FEB91CA}"/>
                  </a:ext>
                </a:extLst>
              </p:cNvPr>
              <p:cNvSpPr/>
              <p:nvPr/>
            </p:nvSpPr>
            <p:spPr>
              <a:xfrm>
                <a:off x="838200" y="2659278"/>
                <a:ext cx="5382491" cy="113260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nb-NO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b-NO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 dirty="0">
                                  <a:latin typeface="Cambria Math" panose="02040503050406030204" pitchFamily="18" charset="0"/>
                                </a:rPr>
                                <m:t>𝑀𝑈𝐶</m:t>
                              </m:r>
                            </m:e>
                            <m:sub>
                              <m:r>
                                <a:rPr lang="nb-NO" sz="28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b-NO" sz="2800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nb-NO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 dirty="0">
                                  <a:latin typeface="Cambria Math" panose="02040503050406030204" pitchFamily="18" charset="0"/>
                                </a:rPr>
                                <m:t>𝑀𝑈𝐶</m:t>
                              </m:r>
                            </m:e>
                            <m:sub>
                              <m:r>
                                <a:rPr lang="nb-NO" sz="28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 dirty="0">
                                  <a:latin typeface="Cambria Math" panose="02040503050406030204" pitchFamily="18" charset="0"/>
                                </a:rPr>
                                <m:t>𝑀𝑈𝐶</m:t>
                              </m:r>
                            </m:e>
                            <m:sub>
                              <m:r>
                                <a:rPr lang="nb-NO" sz="28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nb-NO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sz="2800" i="1" dirty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nb-NO" sz="2800" dirty="0"/>
              </a:p>
            </p:txBody>
          </p:sp>
        </mc:Choice>
        <mc:Fallback>
          <p:sp>
            <p:nvSpPr>
              <p:cNvPr id="4" name="Rektangel: avrundede hjørner 3">
                <a:extLst>
                  <a:ext uri="{FF2B5EF4-FFF2-40B4-BE49-F238E27FC236}">
                    <a16:creationId xmlns:a16="http://schemas.microsoft.com/office/drawing/2014/main" id="{2A27AC0D-9EB2-C6A6-F211-50402FEB9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59278"/>
                <a:ext cx="5382491" cy="113260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kstSylinder 4">
            <a:extLst>
              <a:ext uri="{FF2B5EF4-FFF2-40B4-BE49-F238E27FC236}">
                <a16:creationId xmlns:a16="http://schemas.microsoft.com/office/drawing/2014/main" id="{F3F04A4D-92B6-D536-0CE4-C3A8FA27C91D}"/>
              </a:ext>
            </a:extLst>
          </p:cNvPr>
          <p:cNvSpPr txBox="1"/>
          <p:nvPr/>
        </p:nvSpPr>
        <p:spPr>
          <a:xfrm>
            <a:off x="1059873" y="5292546"/>
            <a:ext cx="39797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Hvis den vokser saktere enn renten: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mer lønnsomt å utvinne nå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investere pengene</a:t>
            </a:r>
          </a:p>
          <a:p>
            <a:endParaRPr lang="nb-NO" dirty="0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88C8EE16-B65A-506A-A40A-437AFA4C0DD5}"/>
              </a:ext>
            </a:extLst>
          </p:cNvPr>
          <p:cNvSpPr txBox="1"/>
          <p:nvPr/>
        </p:nvSpPr>
        <p:spPr>
          <a:xfrm>
            <a:off x="6535881" y="5431045"/>
            <a:ext cx="4145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Hvis den vokser raskere: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mer lønnsomt å la ressursen ligge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804495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7EC6249-9D0E-E12E-4D42-CF59DF867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Mange perioder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5393727-9654-450D-F4CE-0D28087BC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nb-NO" dirty="0"/>
                  <a:t>Fra </a:t>
                </a:r>
                <a:r>
                  <a:rPr lang="nb-NO" dirty="0" err="1"/>
                  <a:t>Hotellings</a:t>
                </a:r>
                <a:r>
                  <a:rPr lang="nb-NO" dirty="0"/>
                  <a:t> regel får vi:</a:t>
                </a:r>
              </a:p>
              <a:p>
                <a:endParaRPr lang="nb-NO" dirty="0"/>
              </a:p>
              <a:p>
                <a:endParaRPr lang="nb-NO" dirty="0"/>
              </a:p>
              <a:p>
                <a:endParaRPr lang="nb-NO" dirty="0"/>
              </a:p>
              <a:p>
                <a:endParaRPr lang="nb-NO" dirty="0"/>
              </a:p>
              <a:p>
                <a:r>
                  <a:rPr lang="nb-NO" dirty="0"/>
                  <a:t>Der </a:t>
                </a:r>
                <a14:m>
                  <m:oMath xmlns:m="http://schemas.openxmlformats.org/officeDocument/2006/math">
                    <m:r>
                      <a:rPr lang="nb-NO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nb-NO" dirty="0"/>
                  <a:t> er marginal brukerkostnad målt i nåverdi.</a:t>
                </a:r>
              </a:p>
              <a:p>
                <a:r>
                  <a:rPr lang="nb-NO" dirty="0"/>
                  <a:t>Dette er egentlig bare generaliseringen av </a:t>
                </a:r>
                <a:r>
                  <a:rPr lang="nb-NO" dirty="0" err="1"/>
                  <a:t>toperiodemodellen</a:t>
                </a:r>
                <a:r>
                  <a:rPr lang="nb-NO" dirty="0"/>
                  <a:t>.</a:t>
                </a:r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5393727-9654-450D-F4CE-0D28087BC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ktangel: avrundede hjørner 5">
                <a:extLst>
                  <a:ext uri="{FF2B5EF4-FFF2-40B4-BE49-F238E27FC236}">
                    <a16:creationId xmlns:a16="http://schemas.microsoft.com/office/drawing/2014/main" id="{E559F37F-DA59-5044-82ED-D8E6283E82A7}"/>
                  </a:ext>
                </a:extLst>
              </p:cNvPr>
              <p:cNvSpPr/>
              <p:nvPr/>
            </p:nvSpPr>
            <p:spPr>
              <a:xfrm>
                <a:off x="869372" y="2576549"/>
                <a:ext cx="7148946" cy="120534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𝑀𝑈𝐶</m:t>
                          </m:r>
                        </m:e>
                        <m:sub>
                          <m:r>
                            <a:rPr lang="nb-NO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b-NO" sz="24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nb-NO" sz="24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b-NO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sz="2400" i="1" dirty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nb-NO" sz="24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nb-NO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nb-NO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b-NO" sz="24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nb-NO" sz="2400" i="1" dirty="0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𝑀𝑈𝐶</m:t>
                          </m:r>
                        </m:e>
                        <m:sub>
                          <m:r>
                            <a:rPr lang="nb-NO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b-NO" sz="24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b-NO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sz="2400" i="1" dirty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nb-NO" sz="24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nb-NO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nb-NO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b-NO" sz="24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nb-NO" sz="2400" i="1" dirty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nb-NO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nb-NO" sz="2400" dirty="0"/>
              </a:p>
            </p:txBody>
          </p:sp>
        </mc:Choice>
        <mc:Fallback>
          <p:sp>
            <p:nvSpPr>
              <p:cNvPr id="6" name="Rektangel: avrundede hjørner 5">
                <a:extLst>
                  <a:ext uri="{FF2B5EF4-FFF2-40B4-BE49-F238E27FC236}">
                    <a16:creationId xmlns:a16="http://schemas.microsoft.com/office/drawing/2014/main" id="{E559F37F-DA59-5044-82ED-D8E6283E82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372" y="2576549"/>
                <a:ext cx="7148946" cy="120534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Bilde 7">
            <a:extLst>
              <a:ext uri="{FF2B5EF4-FFF2-40B4-BE49-F238E27FC236}">
                <a16:creationId xmlns:a16="http://schemas.microsoft.com/office/drawing/2014/main" id="{35C6C27F-10C1-F995-93DB-AB9C4C7A3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190" y="472028"/>
            <a:ext cx="3609592" cy="270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286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273C13E-0AE4-83AE-F6E9-A919464FA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2525"/>
            <a:ext cx="10515600" cy="1325563"/>
          </a:xfrm>
        </p:spPr>
        <p:txBody>
          <a:bodyPr/>
          <a:lstStyle/>
          <a:p>
            <a:r>
              <a:rPr lang="nb-NO" dirty="0"/>
              <a:t>Hvordan ser uttaksbanen ut over tid?</a:t>
            </a:r>
          </a:p>
        </p:txBody>
      </p:sp>
    </p:spTree>
    <p:extLst>
      <p:ext uri="{BB962C8B-B14F-4D97-AF65-F5344CB8AC3E}">
        <p14:creationId xmlns:p14="http://schemas.microsoft.com/office/powerpoint/2010/main" val="3411146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3CD4D-62A7-23ED-0CCC-A251226E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0B0639F-1C25-4CA7-94F4-D7EA5EDC7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Olje over 20 generasjoner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940C2C7-4C42-26DD-4FEC-BD62D63AF67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 fontAlgn="base">
                  <a:buNone/>
                </a:pPr>
                <a:r>
                  <a:rPr lang="nb-NO" dirty="0"/>
                  <a:t>Antar:</a:t>
                </a:r>
              </a:p>
              <a:p>
                <a:pPr marL="0" indent="0" fontAlgn="base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b-NO" i="1"/>
                          </m:ctrlPr>
                        </m:sSubPr>
                        <m:e>
                          <m:r>
                            <a:rPr lang="nb-NO" i="1"/>
                            <m:t>𝑃</m:t>
                          </m:r>
                        </m:e>
                        <m:sub>
                          <m:r>
                            <a:rPr lang="nb-NO" i="1"/>
                            <m:t>𝑡</m:t>
                          </m:r>
                        </m:sub>
                      </m:sSub>
                      <m:r>
                        <a:rPr lang="nb-NO"/>
                        <m:t>=1000−</m:t>
                      </m:r>
                      <m:sSub>
                        <m:sSubPr>
                          <m:ctrlPr>
                            <a:rPr lang="nb-NO" i="1"/>
                          </m:ctrlPr>
                        </m:sSubPr>
                        <m:e>
                          <m:r>
                            <a:rPr lang="nb-NO" i="1"/>
                            <m:t>𝑞</m:t>
                          </m:r>
                        </m:e>
                        <m:sub>
                          <m:r>
                            <a:rPr lang="nb-NO" i="1"/>
                            <m:t>𝑡</m:t>
                          </m:r>
                        </m:sub>
                      </m:sSub>
                    </m:oMath>
                  </m:oMathPara>
                </a14:m>
                <a:endParaRPr lang="nb-NO" i="1" dirty="0"/>
              </a:p>
              <a:p>
                <a:pPr marL="0" indent="0" fontAlgn="base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 dirty="0" smtClean="0">
                          <a:latin typeface="Cambria Math" panose="02040503050406030204" pitchFamily="18" charset="0"/>
                        </a:rPr>
                        <m:t>𝑀𝐶</m:t>
                      </m:r>
                      <m:r>
                        <a:rPr lang="nb-NO" i="1" dirty="0" smtClean="0"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nb-NO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b="0" i="0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nb-NO" i="0" dirty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nb-NO" i="0" dirty="0">
                          <a:latin typeface="Cambria Math" panose="02040503050406030204" pitchFamily="18" charset="0"/>
                        </a:rPr>
                        <m:t>=10%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nb-NO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b-NO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brk m:alnAt="23"/>
                            </m:rPr>
                            <a:rPr lang="nb-NO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nb-NO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nb-NO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p>
                        <m:e>
                          <m:sSub>
                            <m:sSub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nb-NO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b="0" i="0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nb-NO" i="0" dirty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nb-NO" dirty="0"/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940C2C7-4C42-26DD-4FEC-BD62D63AF6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30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01681BE7-D442-EE69-43DB-A78B870634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nb-NO" dirty="0"/>
                  <a:t>Vi finner </a:t>
                </a:r>
                <a14:m>
                  <m:oMath xmlns:m="http://schemas.openxmlformats.org/officeDocument/2006/math">
                    <m:r>
                      <a:rPr lang="nb-NO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nb-NO" dirty="0">
                    <a:solidFill>
                      <a:schemeClr val="tx1"/>
                    </a:solidFill>
                  </a:rPr>
                  <a:t> </a:t>
                </a:r>
                <a:r>
                  <a:rPr lang="nb-NO" dirty="0" err="1"/>
                  <a:t>nummerisk</a:t>
                </a:r>
                <a:r>
                  <a:rPr lang="nb-NO" dirty="0"/>
                  <a:t>:</a:t>
                </a:r>
              </a:p>
              <a:p>
                <a:pPr lvl="0"/>
                <a:r>
                  <a:rPr lang="nb-NO" dirty="0"/>
                  <a:t>Hvis </a:t>
                </a:r>
                <a14:m>
                  <m:oMath xmlns:m="http://schemas.openxmlformats.org/officeDocument/2006/math">
                    <m:r>
                      <a:rPr lang="nb-NO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nb-NO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dirty="0"/>
                  <a:t>er for lav, blir MUC for lav og vi tar ut </a:t>
                </a:r>
                <a:r>
                  <a:rPr lang="nb-NO" b="1" dirty="0"/>
                  <a:t>for mye</a:t>
                </a:r>
                <a:r>
                  <a:rPr lang="nb-NO" dirty="0"/>
                  <a:t> totalt.</a:t>
                </a:r>
              </a:p>
              <a:p>
                <a:pPr lvl="0"/>
                <a:r>
                  <a:rPr lang="nb-NO" dirty="0"/>
                  <a:t>Hvis </a:t>
                </a:r>
                <a14:m>
                  <m:oMath xmlns:m="http://schemas.openxmlformats.org/officeDocument/2006/math">
                    <m:r>
                      <a:rPr lang="nb-NO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nb-NO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dirty="0"/>
                  <a:t>er for høy, blir MUC for høy og vi tar ut </a:t>
                </a:r>
                <a:r>
                  <a:rPr lang="nb-NO" b="1" dirty="0"/>
                  <a:t>for lite</a:t>
                </a:r>
                <a:r>
                  <a:rPr lang="nb-NO" dirty="0"/>
                  <a:t>.</a:t>
                </a:r>
              </a:p>
              <a:p>
                <a:pPr lvl="0"/>
                <a:r>
                  <a:rPr lang="nb-NO" dirty="0"/>
                  <a:t>Vi justerer </a:t>
                </a:r>
                <a14:m>
                  <m:oMath xmlns:m="http://schemas.openxmlformats.org/officeDocument/2006/math">
                    <m:r>
                      <a:rPr lang="nb-NO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nb-NO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dirty="0"/>
                  <a:t>til samlet uttak akkurat tilsvarer lageret.</a:t>
                </a:r>
              </a:p>
              <a:p>
                <a:pPr marL="0" indent="0">
                  <a:buNone/>
                </a:pPr>
                <a:endParaRPr lang="nb-NO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b-NO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nb-NO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b-NO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𝑀𝐶</m:t>
                      </m:r>
                      <m:r>
                        <a:rPr lang="nb-NO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𝑀𝑈</m:t>
                      </m:r>
                      <m:sSub>
                        <m:sSubPr>
                          <m:ctrlPr>
                            <a:rPr lang="nb-NO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nb-NO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nb-NO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𝑀𝑈</m:t>
                      </m:r>
                      <m:sSub>
                        <m:sSubPr>
                          <m:ctrlPr>
                            <a:rPr lang="nb-NO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b-NO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nb-NO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b-NO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nb-NO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nb-NO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b-NO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nb-NO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nb-NO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01681BE7-D442-EE69-43DB-A78B870634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3081" r="-2588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8951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D42B307-5C01-8DD3-3F1A-435C1DBF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Uttaksbanen over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BA8BFFFC-7114-56E7-85F8-B25A6FEF0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76" y="1825625"/>
            <a:ext cx="5809714" cy="4288322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88BCC03C-6F24-5F6A-84C2-27989B93D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489" y="1983787"/>
            <a:ext cx="5693721" cy="413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44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D7577D4-766A-E33C-639A-30851114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Økonomisk tolkning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37CBB85-EF59-063C-9967-27C6DC88E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dirty="0"/>
              <a:t>Ressursen er knapp → bruk i dag har en alternativkostnad</a:t>
            </a:r>
          </a:p>
          <a:p>
            <a:pPr lvl="0"/>
            <a:r>
              <a:rPr lang="nb-NO" dirty="0"/>
              <a:t>Knapphetskostnaden øker over tid</a:t>
            </a:r>
          </a:p>
          <a:p>
            <a:pPr lvl="0"/>
            <a:r>
              <a:rPr lang="nb-NO" dirty="0"/>
              <a:t>Pris stiger</a:t>
            </a:r>
          </a:p>
          <a:p>
            <a:pPr lvl="0"/>
            <a:r>
              <a:rPr lang="nb-NO" dirty="0"/>
              <a:t>Uttak faller</a:t>
            </a:r>
          </a:p>
          <a:p>
            <a:pPr lvl="0"/>
            <a:r>
              <a:rPr lang="nb-NO" dirty="0"/>
              <a:t>Ressursen fordeles slik at det ikke lønner seg å flytte uttak mellom perioder</a:t>
            </a:r>
          </a:p>
          <a:p>
            <a:endParaRPr lang="nb-NO" dirty="0"/>
          </a:p>
        </p:txBody>
      </p:sp>
      <p:sp>
        <p:nvSpPr>
          <p:cNvPr id="5" name="Rektangel: avrundede hjørner 4">
            <a:extLst>
              <a:ext uri="{FF2B5EF4-FFF2-40B4-BE49-F238E27FC236}">
                <a16:creationId xmlns:a16="http://schemas.microsoft.com/office/drawing/2014/main" id="{B32E1290-9BCF-E135-FEBE-348E87C732DB}"/>
              </a:ext>
            </a:extLst>
          </p:cNvPr>
          <p:cNvSpPr/>
          <p:nvPr/>
        </p:nvSpPr>
        <p:spPr>
          <a:xfrm>
            <a:off x="976448" y="5039912"/>
            <a:ext cx="10239103" cy="1040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Den optimale uttaksbanen balanserer verdien av bruk i dag mot verdien av å spare ressursen til framtiden.</a:t>
            </a:r>
          </a:p>
        </p:txBody>
      </p:sp>
    </p:spTree>
    <p:extLst>
      <p:ext uri="{BB962C8B-B14F-4D97-AF65-F5344CB8AC3E}">
        <p14:creationId xmlns:p14="http://schemas.microsoft.com/office/powerpoint/2010/main" val="1030135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F7186A8-9FE4-1062-3BBD-13E4FF72F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5653"/>
            <a:ext cx="10515600" cy="1325563"/>
          </a:xfrm>
        </p:spPr>
        <p:txBody>
          <a:bodyPr/>
          <a:lstStyle/>
          <a:p>
            <a:r>
              <a:rPr lang="nb-NO" dirty="0"/>
              <a:t>Hva hvis vi har et alternativ?</a:t>
            </a:r>
          </a:p>
        </p:txBody>
      </p:sp>
    </p:spTree>
    <p:extLst>
      <p:ext uri="{BB962C8B-B14F-4D97-AF65-F5344CB8AC3E}">
        <p14:creationId xmlns:p14="http://schemas.microsoft.com/office/powerpoint/2010/main" val="2297052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1347231-AB28-2547-E13D-78E49FE50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En alternativ ressurs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9B894771-6889-F7E2-1A89-1EA5E45DABD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88621" y="1825625"/>
                <a:ext cx="6448598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nb-NO" dirty="0"/>
                  <a:t>Anta at vi fortsatt har olje med: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 dirty="0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nb-NO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nb-NO" i="0" dirty="0">
                              <a:latin typeface="Cambria Math" panose="02040503050406030204" pitchFamily="18" charset="0"/>
                            </a:rPr>
                            <m:t>olje</m:t>
                          </m:r>
                        </m:sub>
                      </m:sSub>
                      <m:r>
                        <a:rPr lang="nb-NO" i="0" dirty="0"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r>
                  <a:rPr lang="nb-NO" dirty="0"/>
                  <a:t>men at vi også har en perfekt erstatning med konstant kostnad: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nb-N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nb-NO" i="0" smtClean="0">
                              <a:latin typeface="Cambria Math" panose="02040503050406030204" pitchFamily="18" charset="0"/>
                            </a:rPr>
                            <m:t>erstatning</m:t>
                          </m:r>
                        </m:sub>
                      </m:sSub>
                      <m:r>
                        <a:rPr lang="nb-NO" i="0" smtClean="0">
                          <a:latin typeface="Cambria Math" panose="02040503050406030204" pitchFamily="18" charset="0"/>
                        </a:rPr>
                        <m:t>=800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r>
                  <a:rPr lang="nb-NO" dirty="0"/>
                  <a:t>For olje gjelder fortsatt: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b-N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nb-NO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b-NO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i="1" dirty="0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nb-N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nb-NO" i="0" dirty="0" smtClean="0">
                              <a:latin typeface="Cambria Math" panose="02040503050406030204" pitchFamily="18" charset="0"/>
                            </a:rPr>
                            <m:t>olje</m:t>
                          </m:r>
                        </m:sub>
                      </m:sSub>
                      <m:r>
                        <a:rPr lang="nb-NO" i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i="1" dirty="0" smtClean="0">
                          <a:latin typeface="Cambria Math" panose="02040503050406030204" pitchFamily="18" charset="0"/>
                        </a:rPr>
                        <m:t>𝑀𝑈</m:t>
                      </m:r>
                      <m:sSub>
                        <m:sSubPr>
                          <m:ctrlPr>
                            <a:rPr lang="nb-N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r>
                  <a:rPr lang="nb-NO" dirty="0"/>
                  <a:t>Så lenge: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 dirty="0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nb-N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nb-NO" i="0" dirty="0" smtClean="0">
                              <a:latin typeface="Cambria Math" panose="02040503050406030204" pitchFamily="18" charset="0"/>
                            </a:rPr>
                            <m:t>olje</m:t>
                          </m:r>
                        </m:sub>
                      </m:sSub>
                      <m:r>
                        <a:rPr lang="nb-NO" i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i="1" dirty="0" smtClean="0">
                          <a:latin typeface="Cambria Math" panose="02040503050406030204" pitchFamily="18" charset="0"/>
                        </a:rPr>
                        <m:t>𝑀𝑈</m:t>
                      </m:r>
                      <m:sSub>
                        <m:sSubPr>
                          <m:ctrlPr>
                            <a:rPr lang="nb-N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b-NO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nb-NO">
                              <a:latin typeface="Cambria Math" panose="02040503050406030204" pitchFamily="18" charset="0"/>
                            </a:rPr>
                            <m:t>erstatning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r>
                  <a:rPr lang="nb-NO" dirty="0"/>
                  <a:t>er olje billigere enn alternativet.</a:t>
                </a:r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9B894771-6889-F7E2-1A89-1EA5E45DAB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88621" y="1825625"/>
                <a:ext cx="6448598" cy="4351338"/>
              </a:xfrm>
              <a:blipFill>
                <a:blip r:embed="rId2"/>
                <a:stretch>
                  <a:fillRect l="-1701" t="-3081" b="-154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4" descr="Clean Energy Transition – The Role of Fossil Fuel Companies?">
            <a:extLst>
              <a:ext uri="{FF2B5EF4-FFF2-40B4-BE49-F238E27FC236}">
                <a16:creationId xmlns:a16="http://schemas.microsoft.com/office/drawing/2014/main" id="{1CBC57AC-8264-E2A2-5936-9FDB4518F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7219" y="1980782"/>
            <a:ext cx="5181600" cy="330327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92360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35F2D3F-A028-8556-0D32-02C253727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b-NO" dirty="0"/>
              <a:t>Når bytter vi?</a:t>
            </a:r>
            <a:endParaRPr lang="en-US" dirty="0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9F54678A-CB56-633A-1CE0-E852F8C0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64" y="1690688"/>
            <a:ext cx="7502308" cy="4351338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ktangel: avrundede hjørner 7">
                <a:extLst>
                  <a:ext uri="{FF2B5EF4-FFF2-40B4-BE49-F238E27FC236}">
                    <a16:creationId xmlns:a16="http://schemas.microsoft.com/office/drawing/2014/main" id="{D70E43D8-B7E8-4D23-CED5-A9692C0F415A}"/>
                  </a:ext>
                </a:extLst>
              </p:cNvPr>
              <p:cNvSpPr/>
              <p:nvPr/>
            </p:nvSpPr>
            <p:spPr>
              <a:xfrm>
                <a:off x="5611091" y="507547"/>
                <a:ext cx="6383778" cy="10407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b-NO" sz="2800" dirty="0">
                    <a:latin typeface="Cambria Math" panose="02040503050406030204" pitchFamily="18" charset="0"/>
                  </a:rPr>
                  <a:t>Overgang: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nb-NO" sz="280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nb-NO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nb-NO" sz="2800" i="0" dirty="0">
                              <a:latin typeface="Cambria Math" panose="02040503050406030204" pitchFamily="18" charset="0"/>
                            </a:rPr>
                            <m:t>olje</m:t>
                          </m:r>
                        </m:sub>
                      </m:sSub>
                      <m:r>
                        <a:rPr lang="nb-NO" sz="2800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sz="2800" i="1" dirty="0">
                          <a:latin typeface="Cambria Math" panose="02040503050406030204" pitchFamily="18" charset="0"/>
                        </a:rPr>
                        <m:t>𝑀𝑈</m:t>
                      </m:r>
                      <m:sSub>
                        <m:sSubPr>
                          <m:ctrlPr>
                            <a:rPr lang="nb-NO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 sz="2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b-NO" sz="280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sz="2800" i="1" dirty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nb-NO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nb-NO" sz="2800" i="0" dirty="0">
                              <a:latin typeface="Cambria Math" panose="02040503050406030204" pitchFamily="18" charset="0"/>
                            </a:rPr>
                            <m:t>erstatning</m:t>
                          </m:r>
                        </m:sub>
                      </m:sSub>
                    </m:oMath>
                  </m:oMathPara>
                </a14:m>
                <a:endParaRPr lang="nb-NO" sz="2800" dirty="0"/>
              </a:p>
            </p:txBody>
          </p:sp>
        </mc:Choice>
        <mc:Fallback>
          <p:sp>
            <p:nvSpPr>
              <p:cNvPr id="8" name="Rektangel: avrundede hjørner 7">
                <a:extLst>
                  <a:ext uri="{FF2B5EF4-FFF2-40B4-BE49-F238E27FC236}">
                    <a16:creationId xmlns:a16="http://schemas.microsoft.com/office/drawing/2014/main" id="{D70E43D8-B7E8-4D23-CED5-A9692C0F41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091" y="507547"/>
                <a:ext cx="6383778" cy="1040720"/>
              </a:xfrm>
              <a:prstGeom prst="roundRect">
                <a:avLst/>
              </a:prstGeom>
              <a:blipFill>
                <a:blip r:embed="rId3"/>
                <a:stretch>
                  <a:fillRect t="-5780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325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E9B0035-A7CB-61D6-6736-EFA247A1A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Den økonomiske intuisjonen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CCF2D863-99F4-7325-C016-3C39A3C125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535"/>
                <a:ext cx="10515600" cy="3369830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nb-NO" b="1" dirty="0"/>
                  <a:t>Tidlig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 smtClean="0">
                          <a:latin typeface="Cambria Math" panose="02040503050406030204" pitchFamily="18" charset="0"/>
                        </a:rPr>
                        <m:t>𝑀𝐶</m:t>
                      </m:r>
                      <m:r>
                        <a:rPr lang="nb-NO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𝑀𝑈𝐶</m:t>
                      </m:r>
                      <m:r>
                        <a:rPr lang="nb-NO" i="0">
                          <a:latin typeface="Cambria Math" panose="02040503050406030204" pitchFamily="18" charset="0"/>
                        </a:rPr>
                        <m:t>&lt;800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r>
                  <a:rPr lang="nb-NO" dirty="0"/>
                  <a:t>→ bruk olje</a:t>
                </a:r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r>
                  <a:rPr lang="nb-NO" b="1" dirty="0"/>
                  <a:t>Ved overgangen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b="1" i="1" dirty="0" smtClean="0">
                          <a:latin typeface="Cambria Math" panose="02040503050406030204" pitchFamily="18" charset="0"/>
                        </a:rPr>
                        <m:t>𝑀𝐶</m:t>
                      </m:r>
                      <m:r>
                        <a:rPr lang="nb-NO" b="1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b="1" i="1" dirty="0">
                          <a:latin typeface="Cambria Math" panose="02040503050406030204" pitchFamily="18" charset="0"/>
                        </a:rPr>
                        <m:t>𝑀𝑈𝐶</m:t>
                      </m:r>
                      <m:r>
                        <a:rPr lang="nb-NO" b="1" i="0" dirty="0">
                          <a:latin typeface="Cambria Math" panose="02040503050406030204" pitchFamily="18" charset="0"/>
                        </a:rPr>
                        <m:t>=800</m:t>
                      </m:r>
                    </m:oMath>
                  </m:oMathPara>
                </a14:m>
                <a:endParaRPr lang="nb-NO" b="1" dirty="0"/>
              </a:p>
              <a:p>
                <a:pPr marL="0" indent="0">
                  <a:buNone/>
                </a:pPr>
                <a:r>
                  <a:rPr lang="nb-NO" dirty="0"/>
                  <a:t>→ indifferent mellom olje og erstatningen</a:t>
                </a:r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r>
                  <a:rPr lang="nb-NO" b="1" dirty="0"/>
                  <a:t>Senere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b="1" i="1" dirty="0" smtClean="0">
                          <a:latin typeface="Cambria Math" panose="02040503050406030204" pitchFamily="18" charset="0"/>
                        </a:rPr>
                        <m:t>𝑀𝐶</m:t>
                      </m:r>
                      <m:r>
                        <a:rPr lang="nb-NO" b="1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b="1" i="1" dirty="0">
                          <a:latin typeface="Cambria Math" panose="02040503050406030204" pitchFamily="18" charset="0"/>
                        </a:rPr>
                        <m:t>𝑀𝑈𝐶</m:t>
                      </m:r>
                      <m:r>
                        <a:rPr lang="nb-NO" b="1" i="0" dirty="0">
                          <a:latin typeface="Cambria Math" panose="02040503050406030204" pitchFamily="18" charset="0"/>
                        </a:rPr>
                        <m:t>&gt;800</m:t>
                      </m:r>
                    </m:oMath>
                  </m:oMathPara>
                </a14:m>
                <a:endParaRPr lang="nb-NO" b="1" dirty="0"/>
              </a:p>
              <a:p>
                <a:pPr marL="0" indent="0">
                  <a:buNone/>
                </a:pPr>
                <a:r>
                  <a:rPr lang="nb-NO" dirty="0"/>
                  <a:t>→ bruk erstatningen</a:t>
                </a:r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CCF2D863-99F4-7325-C016-3C39A3C125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535"/>
                <a:ext cx="10515600" cy="3369830"/>
              </a:xfrm>
              <a:blipFill>
                <a:blip r:embed="rId2"/>
                <a:stretch>
                  <a:fillRect l="-522" t="-326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ktangel: avrundede hjørner 4">
            <a:extLst>
              <a:ext uri="{FF2B5EF4-FFF2-40B4-BE49-F238E27FC236}">
                <a16:creationId xmlns:a16="http://schemas.microsoft.com/office/drawing/2014/main" id="{5C12288D-10A5-EB24-576D-8DCA222CFBEF}"/>
              </a:ext>
            </a:extLst>
          </p:cNvPr>
          <p:cNvSpPr/>
          <p:nvPr/>
        </p:nvSpPr>
        <p:spPr>
          <a:xfrm>
            <a:off x="1114697" y="5452155"/>
            <a:ext cx="10239103" cy="1040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Prisen på den </a:t>
            </a:r>
            <a:r>
              <a:rPr lang="nb-NO" sz="2800" dirty="0" err="1"/>
              <a:t>uttømbare</a:t>
            </a:r>
            <a:r>
              <a:rPr lang="nb-NO" sz="2800" dirty="0"/>
              <a:t> ressursen kan ikke fortsette å stige over kostnaden ved en perfekt erstatning.</a:t>
            </a:r>
          </a:p>
        </p:txBody>
      </p:sp>
    </p:spTree>
    <p:extLst>
      <p:ext uri="{BB962C8B-B14F-4D97-AF65-F5344CB8AC3E}">
        <p14:creationId xmlns:p14="http://schemas.microsoft.com/office/powerpoint/2010/main" val="150485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ED4B-1D47-DD42-9B2B-DA42617C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b-NO" dirty="0"/>
              <a:t>HOWEVER COMMA!</a:t>
            </a:r>
            <a:br>
              <a:rPr lang="nb-NO" dirty="0"/>
            </a:br>
            <a:r>
              <a:rPr lang="nb-NO" sz="3200" dirty="0"/>
              <a:t>Hva gjør en erstatning med uttaksbanen?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25AD4-3099-ED23-4523-66E9FE907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nb-NO" sz="2000" dirty="0"/>
              <a:t>En erstatning gir framtidige generasjoner et alternativ til den </a:t>
            </a:r>
            <a:r>
              <a:rPr lang="nb-NO" sz="2000" dirty="0" err="1"/>
              <a:t>uttømbare</a:t>
            </a:r>
            <a:r>
              <a:rPr lang="nb-NO" sz="2000" dirty="0"/>
              <a:t> ressursen.</a:t>
            </a:r>
          </a:p>
          <a:p>
            <a:r>
              <a:rPr lang="nb-NO" sz="2000" dirty="0"/>
              <a:t>Det reduserer verdien av å spare ressursen langt fram i tid.</a:t>
            </a:r>
          </a:p>
          <a:p>
            <a:r>
              <a:rPr lang="nb-NO" sz="2000" dirty="0"/>
              <a:t>Derfor blir uttaket høyere i de tidlige periodene.</a:t>
            </a:r>
          </a:p>
          <a:p>
            <a:r>
              <a:rPr lang="nb-NO" sz="2000" dirty="0"/>
              <a:t>Ressursen tømmes tidligere.</a:t>
            </a:r>
          </a:p>
          <a:p>
            <a:pPr marL="0" indent="0">
              <a:buNone/>
            </a:pPr>
            <a:endParaRPr lang="nb-NO" sz="2000" dirty="0"/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E80ADB02-5AA7-C47B-AA7A-E0ABEA71A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144" y="1825625"/>
            <a:ext cx="5362867" cy="4652962"/>
          </a:xfrm>
          <a:prstGeom prst="rect">
            <a:avLst/>
          </a:prstGeom>
        </p:spPr>
      </p:pic>
      <p:sp>
        <p:nvSpPr>
          <p:cNvPr id="11" name="Rektangel: avrundede hjørner 10">
            <a:extLst>
              <a:ext uri="{FF2B5EF4-FFF2-40B4-BE49-F238E27FC236}">
                <a16:creationId xmlns:a16="http://schemas.microsoft.com/office/drawing/2014/main" id="{CB960BBF-9163-4142-7027-7351CD30AAA9}"/>
              </a:ext>
            </a:extLst>
          </p:cNvPr>
          <p:cNvSpPr/>
          <p:nvPr/>
        </p:nvSpPr>
        <p:spPr>
          <a:xfrm>
            <a:off x="728974" y="4527218"/>
            <a:ext cx="5443228" cy="17846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En erstatning kan altså føre til raskere uttak av den </a:t>
            </a:r>
            <a:r>
              <a:rPr lang="nb-NO" sz="2800" dirty="0" err="1"/>
              <a:t>uttømbare</a:t>
            </a:r>
            <a:r>
              <a:rPr lang="nb-NO" sz="2800" dirty="0"/>
              <a:t> ressursen.</a:t>
            </a:r>
          </a:p>
        </p:txBody>
      </p:sp>
    </p:spTree>
    <p:extLst>
      <p:ext uri="{BB962C8B-B14F-4D97-AF65-F5344CB8AC3E}">
        <p14:creationId xmlns:p14="http://schemas.microsoft.com/office/powerpoint/2010/main" val="3332617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135F-821F-626E-5BAC-F189B005E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Eksempler og implikasjoner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9F626-7054-A45D-FE93-9993191A7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Historiske og aktuelle eksempler:</a:t>
            </a:r>
          </a:p>
          <a:p>
            <a:pPr lvl="1"/>
            <a:r>
              <a:rPr lang="nb-NO" dirty="0"/>
              <a:t>Fra hvalolje → petroleum (1800-tallet)</a:t>
            </a:r>
          </a:p>
          <a:p>
            <a:pPr lvl="1"/>
            <a:r>
              <a:rPr lang="nb-NO" dirty="0"/>
              <a:t>Fra kull → olje og gass (1900-tallet)</a:t>
            </a:r>
          </a:p>
          <a:p>
            <a:pPr lvl="1"/>
            <a:r>
              <a:rPr lang="nb-NO" dirty="0"/>
              <a:t>Fremtid: fra fossile brensler → sol, vind, hydrogen, batteriteknologi</a:t>
            </a:r>
          </a:p>
          <a:p>
            <a:r>
              <a:rPr lang="nb-NO" dirty="0"/>
              <a:t>Implikasjoner:</a:t>
            </a:r>
          </a:p>
          <a:p>
            <a:pPr lvl="1"/>
            <a:r>
              <a:rPr lang="nb-NO" dirty="0"/>
              <a:t>Tidspunktet for overgang avhenger av teknologi og politikk.</a:t>
            </a:r>
          </a:p>
          <a:p>
            <a:pPr lvl="1"/>
            <a:r>
              <a:rPr lang="nb-NO" dirty="0"/>
              <a:t>Investering i fornybare alternativer kan fremskynde overgangen.</a:t>
            </a:r>
          </a:p>
          <a:p>
            <a:pPr lvl="1"/>
            <a:r>
              <a:rPr lang="nb-NO" dirty="0"/>
              <a:t>Ressurspolitikk må ta hensyn til både uttømming og innovasjon.</a:t>
            </a:r>
          </a:p>
        </p:txBody>
      </p:sp>
    </p:spTree>
    <p:extLst>
      <p:ext uri="{BB962C8B-B14F-4D97-AF65-F5344CB8AC3E}">
        <p14:creationId xmlns:p14="http://schemas.microsoft.com/office/powerpoint/2010/main" val="3847090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74CEC7C-49B2-33EB-35CD-6343023D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9007"/>
            <a:ext cx="10515600" cy="1325563"/>
          </a:xfrm>
        </p:spPr>
        <p:txBody>
          <a:bodyPr/>
          <a:lstStyle/>
          <a:p>
            <a:r>
              <a:rPr lang="nb-NO" dirty="0"/>
              <a:t>Leting og teknologi</a:t>
            </a:r>
          </a:p>
        </p:txBody>
      </p:sp>
    </p:spTree>
    <p:extLst>
      <p:ext uri="{BB962C8B-B14F-4D97-AF65-F5344CB8AC3E}">
        <p14:creationId xmlns:p14="http://schemas.microsoft.com/office/powerpoint/2010/main" val="1530148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E82E2E7-8206-2D5D-3F6C-F9A2CBE9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/>
              <a:t>Leting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B7C0AF4-AD1C-4401-9230-320F9B6A1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0191" cy="4351338"/>
          </a:xfrm>
        </p:spPr>
        <p:txBody>
          <a:bodyPr/>
          <a:lstStyle/>
          <a:p>
            <a:pPr lvl="0"/>
            <a:r>
              <a:rPr lang="nb-NO" dirty="0"/>
              <a:t>Leting skaper ikke nye ressurser</a:t>
            </a:r>
          </a:p>
          <a:p>
            <a:pPr lvl="0"/>
            <a:r>
              <a:rPr lang="nb-NO" dirty="0"/>
              <a:t>Den gjør ukjente ressurser kjente</a:t>
            </a:r>
          </a:p>
          <a:p>
            <a:pPr lvl="0"/>
            <a:r>
              <a:rPr lang="nb-NO" dirty="0"/>
              <a:t>Kan flytte ressurser fra </a:t>
            </a:r>
            <a:r>
              <a:rPr lang="nb-NO" b="1" dirty="0"/>
              <a:t>uoppdaget</a:t>
            </a:r>
            <a:r>
              <a:rPr lang="nb-NO" dirty="0"/>
              <a:t> til </a:t>
            </a:r>
            <a:r>
              <a:rPr lang="nb-NO" b="1" dirty="0"/>
              <a:t>identifisert</a:t>
            </a:r>
            <a:endParaRPr lang="nb-NO" dirty="0"/>
          </a:p>
          <a:p>
            <a:pPr lvl="0"/>
            <a:r>
              <a:rPr lang="nb-NO" dirty="0"/>
              <a:t>Flere funn kan øke de økonomisk tilgjengelige reservene</a:t>
            </a:r>
          </a:p>
          <a:p>
            <a:endParaRPr lang="nb-NO" dirty="0"/>
          </a:p>
        </p:txBody>
      </p:sp>
      <p:sp>
        <p:nvSpPr>
          <p:cNvPr id="5" name="Rektangel: avrundede hjørner 4">
            <a:extLst>
              <a:ext uri="{FF2B5EF4-FFF2-40B4-BE49-F238E27FC236}">
                <a16:creationId xmlns:a16="http://schemas.microsoft.com/office/drawing/2014/main" id="{31EB9569-07A1-0AEA-851F-95FA8DB43A2F}"/>
              </a:ext>
            </a:extLst>
          </p:cNvPr>
          <p:cNvSpPr/>
          <p:nvPr/>
        </p:nvSpPr>
        <p:spPr>
          <a:xfrm>
            <a:off x="838200" y="5136243"/>
            <a:ext cx="10239103" cy="1040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Ressursgrunnlaget kan være det samme selv om våre kjente reserver øker.</a:t>
            </a:r>
          </a:p>
        </p:txBody>
      </p:sp>
      <p:pic>
        <p:nvPicPr>
          <p:cNvPr id="23" name="Bilde 22">
            <a:extLst>
              <a:ext uri="{FF2B5EF4-FFF2-40B4-BE49-F238E27FC236}">
                <a16:creationId xmlns:a16="http://schemas.microsoft.com/office/drawing/2014/main" id="{88123589-0D90-F269-658C-B3BDC6468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869" y="369343"/>
            <a:ext cx="5538268" cy="229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591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77C9E58-2B81-9B72-F3CA-AA82BF1D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Teknologi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EEB20B2-30C2-FA20-6121-1B1950A43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21236" cy="392054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nb-NO" dirty="0"/>
              <a:t>Ny teknologi kan redusere utvinningskostnader</a:t>
            </a:r>
          </a:p>
          <a:p>
            <a:pPr lvl="0"/>
            <a:r>
              <a:rPr lang="nb-NO" dirty="0"/>
              <a:t>Kan gjøre tidligere ulønnsomme forekomster lønnsomme</a:t>
            </a:r>
          </a:p>
          <a:p>
            <a:pPr lvl="0"/>
            <a:r>
              <a:rPr lang="nb-NO" dirty="0"/>
              <a:t>Kan dermed øke </a:t>
            </a:r>
            <a:r>
              <a:rPr lang="nb-NO" b="1" dirty="0"/>
              <a:t>nåværende reserver</a:t>
            </a: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Eksempler:</a:t>
            </a:r>
          </a:p>
          <a:p>
            <a:pPr lvl="0"/>
            <a:r>
              <a:rPr lang="nb-NO" dirty="0"/>
              <a:t>offshoreutvinning</a:t>
            </a:r>
          </a:p>
          <a:p>
            <a:pPr lvl="0"/>
            <a:r>
              <a:rPr lang="nb-NO" dirty="0"/>
              <a:t>dypere boring</a:t>
            </a:r>
          </a:p>
          <a:p>
            <a:pPr lvl="0"/>
            <a:r>
              <a:rPr lang="nb-NO" dirty="0"/>
              <a:t>skiferolje og skifergass</a:t>
            </a:r>
          </a:p>
          <a:p>
            <a:endParaRPr lang="nb-NO" dirty="0"/>
          </a:p>
        </p:txBody>
      </p:sp>
      <p:sp>
        <p:nvSpPr>
          <p:cNvPr id="5" name="Rektangel: avrundede hjørner 4">
            <a:extLst>
              <a:ext uri="{FF2B5EF4-FFF2-40B4-BE49-F238E27FC236}">
                <a16:creationId xmlns:a16="http://schemas.microsoft.com/office/drawing/2014/main" id="{80E75C93-1B67-B461-353B-D9E72C39DEF6}"/>
              </a:ext>
            </a:extLst>
          </p:cNvPr>
          <p:cNvSpPr/>
          <p:nvPr/>
        </p:nvSpPr>
        <p:spPr>
          <a:xfrm>
            <a:off x="976448" y="5597628"/>
            <a:ext cx="10239103" cy="1040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Teknologi kan endre hva som regnes som en reserve, uten at det geologiske ressursgrunnlaget endres.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D324FF5F-32B6-1D6E-6BA9-FDEE369D9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933" y="-19020"/>
            <a:ext cx="5889067" cy="244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265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0362F0F-0DA7-4FA8-BE46-D6E429ED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Historisk eksempel – jernmalm og </a:t>
            </a:r>
            <a:r>
              <a:rPr lang="nb-NO" dirty="0" err="1"/>
              <a:t>pelletisering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661C5AF-9240-D82C-3413-BBB4B08FC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0624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nb-NO" b="1" dirty="0"/>
              <a:t>1947:</a:t>
            </a:r>
            <a:r>
              <a:rPr lang="nb-NO" dirty="0"/>
              <a:t> </a:t>
            </a:r>
            <a:r>
              <a:rPr lang="nb-NO" dirty="0" err="1"/>
              <a:t>Mesabi</a:t>
            </a:r>
            <a:r>
              <a:rPr lang="nb-NO" dirty="0"/>
              <a:t> Range ble anslått å ha bare </a:t>
            </a:r>
            <a:r>
              <a:rPr lang="nb-NO" b="1" dirty="0"/>
              <a:t>5–7 år</a:t>
            </a:r>
            <a:r>
              <a:rPr lang="nb-NO" dirty="0"/>
              <a:t> igjen med høykvalitets jernmalm</a:t>
            </a:r>
          </a:p>
          <a:p>
            <a:pPr lvl="0"/>
            <a:r>
              <a:rPr lang="nb-NO" b="1" dirty="0"/>
              <a:t>1950-tallet:</a:t>
            </a:r>
            <a:r>
              <a:rPr lang="nb-NO" dirty="0"/>
              <a:t> Ny </a:t>
            </a:r>
            <a:r>
              <a:rPr lang="nb-NO" b="1" dirty="0" err="1"/>
              <a:t>pelletiseringsteknologi</a:t>
            </a:r>
            <a:r>
              <a:rPr lang="nb-NO" dirty="0"/>
              <a:t> gjorde det lønnsomt å bruke </a:t>
            </a:r>
            <a:r>
              <a:rPr lang="nb-NO" b="1" dirty="0"/>
              <a:t>lavkvalitets </a:t>
            </a:r>
            <a:r>
              <a:rPr lang="nb-NO" b="1" dirty="0" err="1"/>
              <a:t>taconitt</a:t>
            </a:r>
            <a:endParaRPr lang="nb-NO" dirty="0"/>
          </a:p>
          <a:p>
            <a:pPr lvl="0"/>
            <a:r>
              <a:rPr lang="nb-NO" dirty="0"/>
              <a:t>Teknologien:</a:t>
            </a:r>
          </a:p>
          <a:p>
            <a:pPr lvl="1"/>
            <a:r>
              <a:rPr lang="nb-NO" dirty="0"/>
              <a:t>gjorde tidligere lite verdifulle forekomster nyttige</a:t>
            </a:r>
          </a:p>
          <a:p>
            <a:pPr lvl="1"/>
            <a:r>
              <a:rPr lang="nb-NO" dirty="0"/>
              <a:t>reduserte kostnader</a:t>
            </a:r>
          </a:p>
          <a:p>
            <a:pPr lvl="1"/>
            <a:r>
              <a:rPr lang="nb-NO" dirty="0"/>
              <a:t>økte tilgjengelige reserver</a:t>
            </a:r>
          </a:p>
          <a:p>
            <a:pPr marL="0" indent="0">
              <a:buNone/>
            </a:pPr>
            <a:r>
              <a:rPr lang="nb-NO" b="1" dirty="0"/>
              <a:t>Eksempler på gevinster:</a:t>
            </a:r>
            <a:endParaRPr lang="nb-NO" dirty="0"/>
          </a:p>
          <a:p>
            <a:pPr lvl="0"/>
            <a:r>
              <a:rPr lang="nb-NO" dirty="0"/>
              <a:t>mindre energibruk</a:t>
            </a:r>
          </a:p>
          <a:p>
            <a:pPr lvl="0"/>
            <a:r>
              <a:rPr lang="nb-NO" dirty="0"/>
              <a:t>mindre arbeidskraft per tonn</a:t>
            </a:r>
          </a:p>
          <a:p>
            <a:pPr lvl="0"/>
            <a:r>
              <a:rPr lang="nb-NO" dirty="0"/>
              <a:t>høyere produktivitet i stålproduksjonen</a:t>
            </a:r>
          </a:p>
          <a:p>
            <a:endParaRPr lang="nb-NO" dirty="0"/>
          </a:p>
        </p:txBody>
      </p:sp>
      <p:sp>
        <p:nvSpPr>
          <p:cNvPr id="5" name="Rektangel: avrundede hjørner 4">
            <a:extLst>
              <a:ext uri="{FF2B5EF4-FFF2-40B4-BE49-F238E27FC236}">
                <a16:creationId xmlns:a16="http://schemas.microsoft.com/office/drawing/2014/main" id="{DF3FF050-EAE8-9A0B-E2F7-A205E3AFB05E}"/>
              </a:ext>
            </a:extLst>
          </p:cNvPr>
          <p:cNvSpPr/>
          <p:nvPr/>
        </p:nvSpPr>
        <p:spPr>
          <a:xfrm>
            <a:off x="976448" y="5597628"/>
            <a:ext cx="10239103" cy="1040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Lærdom: Teknologisk utvikling kan gjøre tidligere ulønnsomme ressurser økonomisk tilgjengelige.</a:t>
            </a:r>
          </a:p>
        </p:txBody>
      </p:sp>
    </p:spTree>
    <p:extLst>
      <p:ext uri="{BB962C8B-B14F-4D97-AF65-F5344CB8AC3E}">
        <p14:creationId xmlns:p14="http://schemas.microsoft.com/office/powerpoint/2010/main" val="3642328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3D5BA6F-8F08-1703-C7EE-50E9948E8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Dette bør dere kunne svare på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4AC3A58-12A8-8B83-B657-6592A8059D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Ressurser og reserver</a:t>
            </a:r>
          </a:p>
          <a:p>
            <a:pPr lvl="0"/>
            <a:r>
              <a:rPr lang="nb-NO" dirty="0"/>
              <a:t>Ressursgrunnlag</a:t>
            </a:r>
          </a:p>
          <a:p>
            <a:pPr lvl="0"/>
            <a:r>
              <a:rPr lang="nb-NO" dirty="0"/>
              <a:t>Potensielle reserver</a:t>
            </a:r>
          </a:p>
          <a:p>
            <a:pPr lvl="0"/>
            <a:r>
              <a:rPr lang="nb-NO" dirty="0"/>
              <a:t>Nåværende reserver</a:t>
            </a:r>
          </a:p>
          <a:p>
            <a:pPr marL="0" indent="0">
              <a:buNone/>
            </a:pPr>
            <a:r>
              <a:rPr lang="nb-NO" b="1" dirty="0"/>
              <a:t>Knapphet og MUC</a:t>
            </a:r>
          </a:p>
          <a:p>
            <a:pPr lvl="0"/>
            <a:r>
              <a:rPr lang="nb-NO" dirty="0"/>
              <a:t>Hva betyr MUC?</a:t>
            </a:r>
          </a:p>
          <a:p>
            <a:pPr lvl="0"/>
            <a:r>
              <a:rPr lang="nb-NO" dirty="0"/>
              <a:t>Hvorfor oppstår den?</a:t>
            </a:r>
          </a:p>
          <a:p>
            <a:endParaRPr lang="nb-NO" dirty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20164AF2-CEB3-F82F-8616-2F6C24700D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 err="1"/>
              <a:t>Hotellings</a:t>
            </a:r>
            <a:r>
              <a:rPr lang="nb-NO" b="1" dirty="0"/>
              <a:t> regel</a:t>
            </a:r>
          </a:p>
          <a:p>
            <a:pPr lvl="0"/>
            <a:r>
              <a:rPr lang="nb-NO" dirty="0"/>
              <a:t>Hvorfor stiger knapphetsverdien?</a:t>
            </a:r>
          </a:p>
          <a:p>
            <a:pPr lvl="0"/>
            <a:r>
              <a:rPr lang="nb-NO" dirty="0"/>
              <a:t>Hvorfor faller uttaket?</a:t>
            </a:r>
          </a:p>
          <a:p>
            <a:pPr marL="0" indent="0">
              <a:buNone/>
            </a:pPr>
            <a:r>
              <a:rPr lang="nb-NO" b="1" dirty="0"/>
              <a:t>Erstatning og teknologi</a:t>
            </a:r>
          </a:p>
          <a:p>
            <a:pPr lvl="0"/>
            <a:r>
              <a:rPr lang="nb-NO" dirty="0"/>
              <a:t>Når bytter vi til en erstatning?</a:t>
            </a:r>
          </a:p>
          <a:p>
            <a:pPr lvl="0"/>
            <a:r>
              <a:rPr lang="nb-NO" dirty="0"/>
              <a:t>Hvordan påvirker teknologi reservene?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47483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B7AB0FE-C1CE-C88A-FCC6-9F002E12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682" y="2609561"/>
            <a:ext cx="10515600" cy="1325563"/>
          </a:xfrm>
        </p:spPr>
        <p:txBody>
          <a:bodyPr/>
          <a:lstStyle/>
          <a:p>
            <a:r>
              <a:rPr lang="nb-NO" dirty="0"/>
              <a:t>Hva skjer med ressursinntektene?</a:t>
            </a:r>
            <a:br>
              <a:rPr lang="nb-NO" dirty="0"/>
            </a:br>
            <a:r>
              <a:rPr lang="nb-NO" dirty="0"/>
              <a:t>Tilbake til kapittel 5</a:t>
            </a:r>
          </a:p>
        </p:txBody>
      </p:sp>
    </p:spTree>
    <p:extLst>
      <p:ext uri="{BB962C8B-B14F-4D97-AF65-F5344CB8AC3E}">
        <p14:creationId xmlns:p14="http://schemas.microsoft.com/office/powerpoint/2010/main" val="25444252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9CBF739-F6FA-1A51-4345-6F892D9DE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Norge: Oljefondet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E26A030-BC33-2443-DF13-31B03F3E6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dirty="0"/>
              <a:t>Petroleum gir midlertidige inntekter</a:t>
            </a:r>
          </a:p>
          <a:p>
            <a:pPr lvl="0"/>
            <a:r>
              <a:rPr lang="nb-NO" dirty="0"/>
              <a:t>En del av verdien omformes til finanskapital</a:t>
            </a:r>
          </a:p>
          <a:p>
            <a:pPr lvl="0"/>
            <a:r>
              <a:rPr lang="nb-NO" dirty="0"/>
              <a:t>Fondet gjør det mulig å flytte kjøpekraft til framtiden</a:t>
            </a:r>
          </a:p>
          <a:p>
            <a:endParaRPr lang="nb-NO" dirty="0"/>
          </a:p>
        </p:txBody>
      </p:sp>
      <p:sp>
        <p:nvSpPr>
          <p:cNvPr id="5" name="Rektangel: avrundede hjørner 4">
            <a:extLst>
              <a:ext uri="{FF2B5EF4-FFF2-40B4-BE49-F238E27FC236}">
                <a16:creationId xmlns:a16="http://schemas.microsoft.com/office/drawing/2014/main" id="{E37D4FCC-6E6F-8A80-0A8C-A03A1B6E9F14}"/>
              </a:ext>
            </a:extLst>
          </p:cNvPr>
          <p:cNvSpPr/>
          <p:nvPr/>
        </p:nvSpPr>
        <p:spPr>
          <a:xfrm>
            <a:off x="838200" y="4831773"/>
            <a:ext cx="8203744" cy="891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Naturkapital → finanskapital</a:t>
            </a:r>
          </a:p>
        </p:txBody>
      </p:sp>
    </p:spTree>
    <p:extLst>
      <p:ext uri="{BB962C8B-B14F-4D97-AF65-F5344CB8AC3E}">
        <p14:creationId xmlns:p14="http://schemas.microsoft.com/office/powerpoint/2010/main" val="15532389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805FB-BCCA-B03A-A4DF-4A76FD12D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B94C9B7-E6B6-98CB-8887-9A177D5D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Alaska Permanent Fund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78BADDF-1E40-7BB4-2CB8-6BF56CC1D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dirty="0"/>
              <a:t>Opprettet på 1970-tallet</a:t>
            </a:r>
          </a:p>
          <a:p>
            <a:pPr lvl="0"/>
            <a:r>
              <a:rPr lang="nb-NO" dirty="0"/>
              <a:t>En del av oljeinntektene settes til side</a:t>
            </a:r>
          </a:p>
          <a:p>
            <a:pPr lvl="0"/>
            <a:r>
              <a:rPr lang="nb-NO" dirty="0"/>
              <a:t>Fondet investeres</a:t>
            </a:r>
          </a:p>
          <a:p>
            <a:pPr lvl="0"/>
            <a:r>
              <a:rPr lang="nb-NO" dirty="0"/>
              <a:t>Innbyggerne mottar årlig utbetaling</a:t>
            </a:r>
          </a:p>
        </p:txBody>
      </p:sp>
      <p:sp>
        <p:nvSpPr>
          <p:cNvPr id="5" name="Rektangel: avrundede hjørner 4">
            <a:extLst>
              <a:ext uri="{FF2B5EF4-FFF2-40B4-BE49-F238E27FC236}">
                <a16:creationId xmlns:a16="http://schemas.microsoft.com/office/drawing/2014/main" id="{D6A32A64-C2C4-8C31-21DA-2E0D60972A3F}"/>
              </a:ext>
            </a:extLst>
          </p:cNvPr>
          <p:cNvSpPr/>
          <p:nvPr/>
        </p:nvSpPr>
        <p:spPr>
          <a:xfrm>
            <a:off x="838200" y="5179696"/>
            <a:ext cx="8773391" cy="891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/>
              <a:t>Også her omformes ressursinntekter til varig kapital</a:t>
            </a:r>
          </a:p>
        </p:txBody>
      </p:sp>
      <p:pic>
        <p:nvPicPr>
          <p:cNvPr id="6" name="Picture 2" descr="How the PFD came to be | Local News | frontiersman.com">
            <a:extLst>
              <a:ext uri="{FF2B5EF4-FFF2-40B4-BE49-F238E27FC236}">
                <a16:creationId xmlns:a16="http://schemas.microsoft.com/office/drawing/2014/main" id="{7BDF9875-FF87-7D47-9434-B394CE9BA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717" y="0"/>
            <a:ext cx="2025283" cy="2025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Trans-Alaska Pipeline System - Wikipedia">
            <a:extLst>
              <a:ext uri="{FF2B5EF4-FFF2-40B4-BE49-F238E27FC236}">
                <a16:creationId xmlns:a16="http://schemas.microsoft.com/office/drawing/2014/main" id="{1CF1DBBF-BBCD-7C9C-9451-194243E4D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0" y="4162425"/>
            <a:ext cx="2381250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9418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0606-6E39-B2BC-70E2-F3821E14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b-NO" dirty="0"/>
              <a:t>Nauru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983B0-81E2-B1A7-EC0D-F6D87BB48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71882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b-NO" sz="2000" b="1" dirty="0"/>
              <a:t>Kolonihistorie og fosfatøkonomi (1900–1968)</a:t>
            </a:r>
          </a:p>
          <a:p>
            <a:r>
              <a:rPr lang="nb-NO" sz="2000" dirty="0"/>
              <a:t>Ca. 1900: Rike </a:t>
            </a:r>
            <a:r>
              <a:rPr lang="nb-NO" sz="2000" b="1" dirty="0"/>
              <a:t>fosfatforekomster</a:t>
            </a:r>
            <a:r>
              <a:rPr lang="nb-NO" sz="2000" dirty="0"/>
              <a:t> oppdaget; gruvedrift startet under kolonistyre.</a:t>
            </a:r>
          </a:p>
          <a:p>
            <a:r>
              <a:rPr lang="nb-NO" sz="2000" dirty="0"/>
              <a:t>Først tysk kontroll; etter WWI mandat under </a:t>
            </a:r>
            <a:r>
              <a:rPr lang="nb-NO" sz="2000" b="1" dirty="0"/>
              <a:t>Australia/UK/NZ</a:t>
            </a:r>
            <a:r>
              <a:rPr lang="nb-NO" sz="2000" dirty="0"/>
              <a:t> (British </a:t>
            </a:r>
            <a:r>
              <a:rPr lang="nb-NO" sz="2000" dirty="0" err="1"/>
              <a:t>Phosphate</a:t>
            </a:r>
            <a:r>
              <a:rPr lang="nb-NO" sz="2000" dirty="0"/>
              <a:t> </a:t>
            </a:r>
            <a:r>
              <a:rPr lang="nb-NO" sz="2000" dirty="0" err="1"/>
              <a:t>Commissioners</a:t>
            </a:r>
            <a:r>
              <a:rPr lang="nb-NO" sz="2000" dirty="0"/>
              <a:t>).</a:t>
            </a:r>
          </a:p>
          <a:p>
            <a:r>
              <a:rPr lang="nb-NO" sz="2000" dirty="0"/>
              <a:t>Ekstraksjon med liten miljørehabilitering: </a:t>
            </a:r>
            <a:r>
              <a:rPr lang="nb-NO" sz="2000" b="1" dirty="0"/>
              <a:t>kalksteins-«nåler»</a:t>
            </a:r>
            <a:r>
              <a:rPr lang="nb-NO" sz="2000" dirty="0"/>
              <a:t> og bart landskap.</a:t>
            </a:r>
          </a:p>
          <a:p>
            <a:r>
              <a:rPr lang="nb-NO" sz="2000" dirty="0"/>
              <a:t>1968: </a:t>
            </a:r>
            <a:r>
              <a:rPr lang="nb-NO" sz="2000" b="1" dirty="0"/>
              <a:t>Uavhengighet</a:t>
            </a:r>
            <a:r>
              <a:rPr lang="nb-NO" sz="2000" dirty="0"/>
              <a:t>; håp om å «arve» fosfatrikdommen.</a:t>
            </a:r>
          </a:p>
          <a:p>
            <a:r>
              <a:rPr lang="nb-NO" sz="2000" dirty="0"/>
              <a:t>Befolkning </a:t>
            </a:r>
            <a:r>
              <a:rPr lang="nb-NO" sz="2000" dirty="0" err="1"/>
              <a:t>ca</a:t>
            </a:r>
            <a:r>
              <a:rPr lang="nb-NO" sz="2000" dirty="0"/>
              <a:t> 9 000</a:t>
            </a:r>
          </a:p>
          <a:p>
            <a:r>
              <a:rPr lang="nb-NO" sz="2000" dirty="0"/>
              <a:t>HDI: 124 av 193 </a:t>
            </a:r>
          </a:p>
          <a:p>
            <a:r>
              <a:rPr lang="nb-NO" sz="2000" dirty="0"/>
              <a:t>GDP per </a:t>
            </a:r>
            <a:r>
              <a:rPr lang="nb-NO" sz="2000" dirty="0" err="1"/>
              <a:t>capita</a:t>
            </a:r>
            <a:r>
              <a:rPr lang="nb-NO" sz="2000" dirty="0"/>
              <a:t>: </a:t>
            </a:r>
            <a:r>
              <a:rPr lang="nb-NO" sz="2000" dirty="0" err="1"/>
              <a:t>ca</a:t>
            </a:r>
            <a:r>
              <a:rPr lang="nb-NO" sz="2000" dirty="0"/>
              <a:t> 11 000 dollar</a:t>
            </a:r>
          </a:p>
          <a:p>
            <a:pPr lvl="1"/>
            <a:r>
              <a:rPr lang="nb-NO" sz="1600" dirty="0"/>
              <a:t>Norge: 108 000 dollar </a:t>
            </a:r>
          </a:p>
        </p:txBody>
      </p:sp>
      <p:pic>
        <p:nvPicPr>
          <p:cNvPr id="4" name="Picture 2" descr="Nauru – land i Stillehavet – Store norske leksikon">
            <a:extLst>
              <a:ext uri="{FF2B5EF4-FFF2-40B4-BE49-F238E27FC236}">
                <a16:creationId xmlns:a16="http://schemas.microsoft.com/office/drawing/2014/main" id="{3CAADF84-A1CC-5C98-6300-06E3B7FC2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97962" y="3226850"/>
            <a:ext cx="3555838" cy="2853561"/>
          </a:xfrm>
          <a:prstGeom prst="rect">
            <a:avLst/>
          </a:prstGeom>
          <a:noFill/>
        </p:spPr>
      </p:pic>
      <p:pic>
        <p:nvPicPr>
          <p:cNvPr id="5122" name="Picture 2" descr="Ej Atlas">
            <a:extLst>
              <a:ext uri="{FF2B5EF4-FFF2-40B4-BE49-F238E27FC236}">
                <a16:creationId xmlns:a16="http://schemas.microsoft.com/office/drawing/2014/main" id="{3051AB98-92B6-8C94-CE9B-253891614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379" y="365125"/>
            <a:ext cx="3501421" cy="2373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Bilde 4" descr="Naoeros flagg">
            <a:extLst>
              <a:ext uri="{FF2B5EF4-FFF2-40B4-BE49-F238E27FC236}">
                <a16:creationId xmlns:a16="http://schemas.microsoft.com/office/drawing/2014/main" id="{CDA4E478-00C9-4515-313E-E396EE984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2825" y="230188"/>
            <a:ext cx="2802228" cy="140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464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930A-E43F-0606-878B-BB2A9AC2A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Nauru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11165-0907-BA71-C052-6EBFBD8F8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b="1" dirty="0"/>
              <a:t>Gullalder og feilslått forvaltning (1968–1990-tallet)</a:t>
            </a:r>
          </a:p>
          <a:p>
            <a:r>
              <a:rPr lang="nb-NO" dirty="0"/>
              <a:t>Fosfatinntektene ga verdens høyeste BNP per innbygger i perioder.</a:t>
            </a:r>
          </a:p>
          <a:p>
            <a:r>
              <a:rPr lang="nb-NO" b="1" dirty="0"/>
              <a:t>Nauru </a:t>
            </a:r>
            <a:r>
              <a:rPr lang="nb-NO" b="1" dirty="0" err="1"/>
              <a:t>Phosphate</a:t>
            </a:r>
            <a:r>
              <a:rPr lang="nb-NO" b="1" dirty="0"/>
              <a:t> Corporation</a:t>
            </a:r>
            <a:r>
              <a:rPr lang="nb-NO" dirty="0"/>
              <a:t> nasjonaliserte driften; store kontantstrømmer.</a:t>
            </a:r>
          </a:p>
          <a:p>
            <a:r>
              <a:rPr lang="nb-NO" dirty="0"/>
              <a:t>Svak institusjonsbygging: </a:t>
            </a:r>
            <a:r>
              <a:rPr lang="nb-NO" b="1" dirty="0"/>
              <a:t>mislykkede investeringer</a:t>
            </a:r>
            <a:r>
              <a:rPr lang="nb-NO" dirty="0"/>
              <a:t> (f.eks. Air Nauru, eiendom), svakt tilsyn.</a:t>
            </a:r>
          </a:p>
          <a:p>
            <a:r>
              <a:rPr lang="nb-NO" dirty="0"/>
              <a:t>Minimal </a:t>
            </a:r>
            <a:r>
              <a:rPr lang="nb-NO" b="1" dirty="0"/>
              <a:t>rehabilitering</a:t>
            </a:r>
            <a:r>
              <a:rPr lang="nb-NO" dirty="0"/>
              <a:t> av gruvearealer; liten diversifisering av økonomien.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8372901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5C13-B6E2-2FFC-079C-3968C4D32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b-NO" dirty="0"/>
              <a:t>Nauru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4B1A8-4E45-11D9-C079-01024CF7E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000" b="1" dirty="0"/>
              <a:t>Kollaps, ettervirkninger og lærdom</a:t>
            </a:r>
          </a:p>
          <a:p>
            <a:r>
              <a:rPr lang="nb-NO" sz="2000" dirty="0"/>
              <a:t>På 1990–2000-tallet: </a:t>
            </a:r>
            <a:r>
              <a:rPr lang="nb-NO" sz="2000" b="1" dirty="0"/>
              <a:t>Forekomster utarmet</a:t>
            </a:r>
            <a:r>
              <a:rPr lang="nb-NO" sz="2000" dirty="0"/>
              <a:t>, fondsmidler tært ned, offentlig gjeld opp.</a:t>
            </a:r>
          </a:p>
          <a:p>
            <a:r>
              <a:rPr lang="nb-NO" sz="2000" b="1" dirty="0"/>
              <a:t>Miljøødeleggelse</a:t>
            </a:r>
            <a:r>
              <a:rPr lang="nb-NO" sz="2000" dirty="0"/>
              <a:t>: over 80 % av øya kraftig degradert; lite land egnet til bosetting/landbruk.</a:t>
            </a:r>
          </a:p>
          <a:p>
            <a:r>
              <a:rPr lang="nb-NO" sz="2000" dirty="0"/>
              <a:t>Økonomisk nød → avhengighet av </a:t>
            </a:r>
            <a:r>
              <a:rPr lang="nb-NO" sz="2000" b="1" dirty="0"/>
              <a:t>eksterne ordninger</a:t>
            </a:r>
            <a:r>
              <a:rPr lang="nb-NO" sz="2000" dirty="0"/>
              <a:t> (bl.a. avtaler med Australia).</a:t>
            </a:r>
          </a:p>
          <a:p>
            <a:r>
              <a:rPr lang="nb-NO" sz="2000" b="1" dirty="0"/>
              <a:t>Lærdom:</a:t>
            </a:r>
            <a:r>
              <a:rPr lang="nb-NO" sz="2000" dirty="0"/>
              <a:t> Uten institusjoner, diversifisering og miljørehabilitering blir ressursrikdom </a:t>
            </a:r>
            <a:r>
              <a:rPr lang="nb-NO" sz="2000" b="1" dirty="0"/>
              <a:t>kortvarig</a:t>
            </a:r>
            <a:r>
              <a:rPr lang="nb-NO" sz="2000" dirty="0"/>
              <a:t> og sårbar.</a:t>
            </a:r>
          </a:p>
          <a:p>
            <a:endParaRPr lang="nb-NO" sz="2000" dirty="0"/>
          </a:p>
        </p:txBody>
      </p:sp>
      <p:pic>
        <p:nvPicPr>
          <p:cNvPr id="4098" name="Picture 2" descr="nauru_nightmare">
            <a:extLst>
              <a:ext uri="{FF2B5EF4-FFF2-40B4-BE49-F238E27FC236}">
                <a16:creationId xmlns:a16="http://schemas.microsoft.com/office/drawing/2014/main" id="{7F3291E6-1AF4-AE8F-54B3-BC67F9486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265458"/>
            <a:ext cx="5181600" cy="3471672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3105881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59DB3D0-ACB7-E6C6-8BCC-BC433BFD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står igjen når ressursen er borte?</a:t>
            </a:r>
          </a:p>
        </p:txBody>
      </p:sp>
      <p:graphicFrame>
        <p:nvGraphicFramePr>
          <p:cNvPr id="4" name="Plassholder for innhold 3">
            <a:extLst>
              <a:ext uri="{FF2B5EF4-FFF2-40B4-BE49-F238E27FC236}">
                <a16:creationId xmlns:a16="http://schemas.microsoft.com/office/drawing/2014/main" id="{6B1E2EB7-0A2F-1F61-BB75-E0F8D8B3E6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5461781"/>
              </p:ext>
            </p:extLst>
          </p:nvPr>
        </p:nvGraphicFramePr>
        <p:xfrm>
          <a:off x="838200" y="2064428"/>
          <a:ext cx="10515600" cy="245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297361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64710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74128798"/>
                    </a:ext>
                  </a:extLst>
                </a:gridCol>
              </a:tblGrid>
              <a:tr h="6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/>
                        <a:t>Norge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 dirty="0"/>
                        <a:t>Alaska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 dirty="0"/>
                        <a:t>Nauru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905337"/>
                  </a:ext>
                </a:extLst>
              </a:tr>
              <a:tr h="6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Olje/gass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Olje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Fosfat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468801"/>
                  </a:ext>
                </a:extLst>
              </a:tr>
              <a:tr h="6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Fond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Fond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Svakere kapitalforvaltning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461717"/>
                  </a:ext>
                </a:extLst>
              </a:tr>
              <a:tr h="6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Verdier overføres framover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dirty="0"/>
                        <a:t>Verdier overføres framover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dirty="0"/>
                        <a:t>Mye av verdien forsvant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402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216909"/>
      </p:ext>
    </p:extLst>
  </p:cSld>
  <p:clrMapOvr>
    <a:masterClrMapping/>
  </p:clrMapOvr>
</p:sld>
</file>

<file path=ppt/theme/theme1.xml><?xml version="1.0" encoding="utf-8"?>
<a:theme xmlns:a="http://schemas.openxmlformats.org/drawingml/2006/main" name="Lys med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2719B6C5-9A54-423D-86A4-95EF36B6C8EF}"/>
    </a:ext>
  </a:extLst>
</a:theme>
</file>

<file path=ppt/theme/theme2.xml><?xml version="1.0" encoding="utf-8"?>
<a:theme xmlns:a="http://schemas.openxmlformats.org/drawingml/2006/main" name="Lys uten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94D15883-2580-4DC8-B10A-947F62BB42CF}"/>
    </a:ext>
  </a:extLst>
</a:theme>
</file>

<file path=ppt/theme/theme3.xml><?xml version="1.0" encoding="utf-8"?>
<a:theme xmlns:a="http://schemas.openxmlformats.org/drawingml/2006/main" name="Mørk med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CADEB79E-6854-4014-82C8-288D7F871FF7}"/>
    </a:ext>
  </a:extLst>
</a:theme>
</file>

<file path=ppt/theme/theme4.xml><?xml version="1.0" encoding="utf-8"?>
<a:theme xmlns:a="http://schemas.openxmlformats.org/drawingml/2006/main" name="Mørk uten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48BEBA2A-C206-4979-AEA1-C578F52A4703}"/>
    </a:ext>
  </a:extLst>
</a:theme>
</file>

<file path=ppt/theme/theme5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CF74B9924A90429AFF83904CD5AC51" ma:contentTypeVersion="10" ma:contentTypeDescription="Create a new document." ma:contentTypeScope="" ma:versionID="c219061678790ba91acd956595d5746d">
  <xsd:schema xmlns:xsd="http://www.w3.org/2001/XMLSchema" xmlns:xs="http://www.w3.org/2001/XMLSchema" xmlns:p="http://schemas.microsoft.com/office/2006/metadata/properties" xmlns:ns2="6c86f083-272a-4d16-a1ee-41e11cc1f196" xmlns:ns3="398a922c-8803-48c8-8c4d-45441d0c0e87" targetNamespace="http://schemas.microsoft.com/office/2006/metadata/properties" ma:root="true" ma:fieldsID="0367899129e833eb231d53942e145767" ns2:_="" ns3:_="">
    <xsd:import namespace="6c86f083-272a-4d16-a1ee-41e11cc1f196"/>
    <xsd:import namespace="398a922c-8803-48c8-8c4d-45441d0c0e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86f083-272a-4d16-a1ee-41e11cc1f1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8a922c-8803-48c8-8c4d-45441d0c0e8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6906F1-BC5A-4F5D-9478-51E87E6F6B8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D1808F-9832-46E2-89EE-68E7FE346F1E}">
  <ds:schemaRefs>
    <ds:schemaRef ds:uri="398a922c-8803-48c8-8c4d-45441d0c0e87"/>
    <ds:schemaRef ds:uri="http://schemas.openxmlformats.org/package/2006/metadata/core-properties"/>
    <ds:schemaRef ds:uri="http://schemas.microsoft.com/office/2006/documentManagement/types"/>
    <ds:schemaRef ds:uri="6c86f083-272a-4d16-a1ee-41e11cc1f196"/>
    <ds:schemaRef ds:uri="http://purl.org/dc/elements/1.1/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8163F9A-A59C-469F-AC56-9E178540FB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86f083-272a-4d16-a1ee-41e11cc1f196"/>
    <ds:schemaRef ds:uri="398a922c-8803-48c8-8c4d-45441d0c0e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UiT_PowerPoint_bokmal</Template>
  <TotalTime>6105</TotalTime>
  <Words>1959</Words>
  <Application>Microsoft Office PowerPoint</Application>
  <PresentationFormat>Widescreen</PresentationFormat>
  <Paragraphs>353</Paragraphs>
  <Slides>44</Slides>
  <Notes>7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4</vt:i4>
      </vt:variant>
      <vt:variant>
        <vt:lpstr>Lysbildetitler</vt:lpstr>
      </vt:variant>
      <vt:variant>
        <vt:i4>44</vt:i4>
      </vt:variant>
    </vt:vector>
  </HeadingPairs>
  <TitlesOfParts>
    <vt:vector size="52" baseType="lpstr">
      <vt:lpstr>Aptos</vt:lpstr>
      <vt:lpstr>Arial</vt:lpstr>
      <vt:lpstr>Calibri</vt:lpstr>
      <vt:lpstr>Cambria Math</vt:lpstr>
      <vt:lpstr>Lys med mønster</vt:lpstr>
      <vt:lpstr>Lys uten mønster</vt:lpstr>
      <vt:lpstr>Mørk med mønster</vt:lpstr>
      <vt:lpstr>Mørk uten mønster</vt:lpstr>
      <vt:lpstr>Sok-2302  Ikke fornybar ressurs allokering</vt:lpstr>
      <vt:lpstr>Ressursinntekter og hva vi etterlater</vt:lpstr>
      <vt:lpstr>Ressursklassifisering</vt:lpstr>
      <vt:lpstr>Resirkulerbare og ikke-resirkulerbare ressurser</vt:lpstr>
      <vt:lpstr>Hva mener vi med reserver av naturressurser?</vt:lpstr>
      <vt:lpstr>Klassifisering av uttømbare ressurser</vt:lpstr>
      <vt:lpstr>PowerPoint-presentasjon</vt:lpstr>
      <vt:lpstr>Ressursgrunnlag er ikke det samme som reserver</vt:lpstr>
      <vt:lpstr>Kontrollspørsmål</vt:lpstr>
      <vt:lpstr>Kontrollspørsmål</vt:lpstr>
      <vt:lpstr>Norsk olje: fra ressursgrunnlag til kjent ressurs</vt:lpstr>
      <vt:lpstr>Fra funn til nåværende reserver</vt:lpstr>
      <vt:lpstr>Knapphet og Marginal User Cost</vt:lpstr>
      <vt:lpstr>Marginal brukerkostnad</vt:lpstr>
      <vt:lpstr>To periode eksempel for «Olje»</vt:lpstr>
      <vt:lpstr>Løsning</vt:lpstr>
      <vt:lpstr>Løsning</vt:lpstr>
      <vt:lpstr>Olje i bakken eller penger i banken?</vt:lpstr>
      <vt:lpstr>Så bytter vi perspektiv: privat eier</vt:lpstr>
      <vt:lpstr>Hva lærte vi av toperiodemodellen?</vt:lpstr>
      <vt:lpstr>Hotellings regel</vt:lpstr>
      <vt:lpstr>Mange perioder</vt:lpstr>
      <vt:lpstr>Hvordan ser uttaksbanen ut over tid?</vt:lpstr>
      <vt:lpstr>Olje over 20 generasjoner</vt:lpstr>
      <vt:lpstr>Uttaksbanen over</vt:lpstr>
      <vt:lpstr>Økonomisk tolkning</vt:lpstr>
      <vt:lpstr>Hva hvis vi har et alternativ?</vt:lpstr>
      <vt:lpstr>En alternativ ressurs</vt:lpstr>
      <vt:lpstr>Når bytter vi?</vt:lpstr>
      <vt:lpstr>Den økonomiske intuisjonen</vt:lpstr>
      <vt:lpstr>HOWEVER COMMA! Hva gjør en erstatning med uttaksbanen?</vt:lpstr>
      <vt:lpstr>Eksempler og implikasjoner</vt:lpstr>
      <vt:lpstr>Leting og teknologi</vt:lpstr>
      <vt:lpstr>Leting</vt:lpstr>
      <vt:lpstr>Teknologi</vt:lpstr>
      <vt:lpstr>Historisk eksempel – jernmalm og pelletisering</vt:lpstr>
      <vt:lpstr>Dette bør dere kunne svare på</vt:lpstr>
      <vt:lpstr>Hva skjer med ressursinntektene? Tilbake til kapittel 5</vt:lpstr>
      <vt:lpstr>Norge: Oljefondet</vt:lpstr>
      <vt:lpstr>Alaska Permanent Fund</vt:lpstr>
      <vt:lpstr>Nauru</vt:lpstr>
      <vt:lpstr>Nauru </vt:lpstr>
      <vt:lpstr>Nauru </vt:lpstr>
      <vt:lpstr>Hva står igjen når ressursen er borte?</vt:lpstr>
    </vt:vector>
  </TitlesOfParts>
  <Company>UiT The Arctic University of Norway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Samfunnsøkonomi med datavitenskap - master</dc:title>
  <dc:creator>Eirik Eriksen Heen</dc:creator>
  <cp:lastModifiedBy>Eirik Eriksen Heen</cp:lastModifiedBy>
  <cp:revision>7</cp:revision>
  <dcterms:created xsi:type="dcterms:W3CDTF">2024-04-08T08:47:57Z</dcterms:created>
  <dcterms:modified xsi:type="dcterms:W3CDTF">2026-10-06T19:40:14Z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0x01010090CF74B9924A90429AFF83904CD5AC51</vt:lpwstr>
  </property>
</Properties>
</file>